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5117750" cx="10691800"/>
  <p:notesSz cx="7099300" cy="10234600"/>
  <p:embeddedFontLst>
    <p:embeddedFont>
      <p:font typeface="Tahoma"/>
      <p:regular r:id="rId7"/>
      <p:bold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312">
          <p15:clr>
            <a:srgbClr val="000000"/>
          </p15:clr>
        </p15:guide>
        <p15:guide id="2" orient="horz" pos="232">
          <p15:clr>
            <a:srgbClr val="000000"/>
          </p15:clr>
        </p15:guide>
        <p15:guide id="3" orient="horz" pos="8880">
          <p15:clr>
            <a:srgbClr val="000000"/>
          </p15:clr>
        </p15:guide>
        <p15:guide id="4" pos="3366">
          <p15:clr>
            <a:srgbClr val="000000"/>
          </p15:clr>
        </p15:guide>
        <p15:guide id="5" pos="240">
          <p15:clr>
            <a:srgbClr val="000000"/>
          </p15:clr>
        </p15:guide>
        <p15:guide id="6" pos="6506">
          <p15:clr>
            <a:srgbClr val="000000"/>
          </p15:clr>
        </p15:guide>
        <p15:guide id="7" pos="3186">
          <p15:clr>
            <a:srgbClr val="000000"/>
          </p15:clr>
        </p15:guide>
        <p15:guide id="8" pos="3552">
          <p15:clr>
            <a:srgbClr val="000000"/>
          </p15:clr>
        </p15:guide>
        <p15:guide id="9" pos="6318">
          <p15:clr>
            <a:srgbClr val="000000"/>
          </p15:clr>
        </p15:guide>
        <p15:guide id="10" pos="414">
          <p15:clr>
            <a:srgbClr val="000000"/>
          </p15:clr>
        </p15:guide>
      </p15:sldGuideLst>
    </p:ext>
    <p:ext uri="{2D200454-40CA-4A62-9FC3-DE9A4176ACB9}">
      <p15:notesGuideLst>
        <p15:guide id="1" orient="horz" pos="3224">
          <p15:clr>
            <a:srgbClr val="000000"/>
          </p15:clr>
        </p15:guide>
        <p15:guide id="2" pos="2236">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312" orient="horz"/>
        <p:guide pos="232" orient="horz"/>
        <p:guide pos="8880" orient="horz"/>
        <p:guide pos="3366"/>
        <p:guide pos="240"/>
        <p:guide pos="6506"/>
        <p:guide pos="3186"/>
        <p:guide pos="3552"/>
        <p:guide pos="6318"/>
        <p:guide pos="414"/>
      </p:guideLst>
    </p:cSldViewPr>
  </p:slideViewPr>
  <p:notesViewPr>
    <p:cSldViewPr snapToGrid="0">
      <p:cViewPr varScale="1">
        <p:scale>
          <a:sx n="100" d="100"/>
          <a:sy n="100" d="100"/>
        </p:scale>
        <p:origin x="0" y="0"/>
      </p:cViewPr>
      <p:guideLst>
        <p:guide pos="3224" orient="horz"/>
        <p:guide pos="2236"/>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Tahoma-regular.fntdata"/><Relationship Id="rId8" Type="http://schemas.openxmlformats.org/officeDocument/2006/relationships/font" Target="fonts/Tahoma-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86100" cy="515937"/>
          </a:xfrm>
          <a:prstGeom prst="rect">
            <a:avLst/>
          </a:prstGeom>
          <a:noFill/>
          <a:ln>
            <a:noFill/>
          </a:ln>
        </p:spPr>
        <p:txBody>
          <a:bodyPr anchorCtr="0" anchor="t" bIns="30675" lIns="61375" spcFirstLastPara="1" rIns="61375" wrap="square" tIns="306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4" name="Google Shape;4;n"/>
          <p:cNvSpPr txBox="1"/>
          <p:nvPr>
            <p:ph idx="10" type="dt"/>
          </p:nvPr>
        </p:nvSpPr>
        <p:spPr>
          <a:xfrm>
            <a:off x="3997325" y="0"/>
            <a:ext cx="3086100" cy="515937"/>
          </a:xfrm>
          <a:prstGeom prst="rect">
            <a:avLst/>
          </a:prstGeom>
          <a:noFill/>
          <a:ln>
            <a:noFill/>
          </a:ln>
        </p:spPr>
        <p:txBody>
          <a:bodyPr anchorCtr="0" anchor="t" bIns="30675" lIns="61375" spcFirstLastPara="1" rIns="61375" wrap="square" tIns="306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5" name="Google Shape;5;n"/>
          <p:cNvSpPr/>
          <p:nvPr>
            <p:ph idx="3" type="sldImg"/>
          </p:nvPr>
        </p:nvSpPr>
        <p:spPr>
          <a:xfrm>
            <a:off x="2192337" y="773112"/>
            <a:ext cx="2700337" cy="38179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62025" y="4848225"/>
            <a:ext cx="5210175" cy="4643437"/>
          </a:xfrm>
          <a:prstGeom prst="rect">
            <a:avLst/>
          </a:prstGeom>
          <a:noFill/>
          <a:ln>
            <a:noFill/>
          </a:ln>
        </p:spPr>
        <p:txBody>
          <a:bodyPr anchorCtr="0" anchor="t" bIns="30675" lIns="61375" spcFirstLastPara="1" rIns="61375" wrap="square" tIns="3067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698037"/>
            <a:ext cx="3086100" cy="515937"/>
          </a:xfrm>
          <a:prstGeom prst="rect">
            <a:avLst/>
          </a:prstGeom>
          <a:noFill/>
          <a:ln>
            <a:noFill/>
          </a:ln>
        </p:spPr>
        <p:txBody>
          <a:bodyPr anchorCtr="0" anchor="b" bIns="30675" lIns="61375" spcFirstLastPara="1" rIns="61375" wrap="square" tIns="306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8" name="Google Shape;8;n"/>
          <p:cNvSpPr txBox="1"/>
          <p:nvPr>
            <p:ph idx="12" type="sldNum"/>
          </p:nvPr>
        </p:nvSpPr>
        <p:spPr>
          <a:xfrm>
            <a:off x="3997325" y="9698037"/>
            <a:ext cx="3086100" cy="515937"/>
          </a:xfrm>
          <a:prstGeom prst="rect">
            <a:avLst/>
          </a:prstGeom>
          <a:noFill/>
          <a:ln>
            <a:noFill/>
          </a:ln>
        </p:spPr>
        <p:txBody>
          <a:bodyPr anchorCtr="0" anchor="b" bIns="30675" lIns="61375" spcFirstLastPara="1" rIns="61375" wrap="square" tIns="30675">
            <a:noAutofit/>
          </a:bodyPr>
          <a:lstStyle/>
          <a:p>
            <a:pPr indent="0" lvl="0" marL="0" marR="0" rtl="0" algn="r">
              <a:lnSpc>
                <a:spcPct val="100000"/>
              </a:lnSpc>
              <a:spcBef>
                <a:spcPts val="0"/>
              </a:spcBef>
              <a:spcAft>
                <a:spcPts val="0"/>
              </a:spcAft>
              <a:buClr>
                <a:srgbClr val="000000"/>
              </a:buClr>
              <a:buSzPts val="800"/>
              <a:buFont typeface="Times"/>
              <a:buNone/>
            </a:pPr>
            <a:fld id="{00000000-1234-1234-1234-123412341234}" type="slidenum">
              <a:rPr b="0" i="0" lang="en-US" sz="800" u="none" cap="none" strike="noStrike">
                <a:solidFill>
                  <a:srgbClr val="000000"/>
                </a:solidFill>
                <a:latin typeface="Times"/>
                <a:ea typeface="Times"/>
                <a:cs typeface="Times"/>
                <a:sym typeface="Times"/>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nvSpPr>
        <p:spPr>
          <a:xfrm>
            <a:off x="3997325" y="9698037"/>
            <a:ext cx="3086100" cy="515937"/>
          </a:xfrm>
          <a:prstGeom prst="rect">
            <a:avLst/>
          </a:prstGeom>
          <a:noFill/>
          <a:ln>
            <a:noFill/>
          </a:ln>
        </p:spPr>
        <p:txBody>
          <a:bodyPr anchorCtr="0" anchor="b" bIns="30675" lIns="61375" spcFirstLastPara="1" rIns="61375" wrap="square" tIns="30675">
            <a:noAutofit/>
          </a:bodyPr>
          <a:lstStyle/>
          <a:p>
            <a:pPr indent="0" lvl="0" marL="0" marR="0" rtl="0" algn="r">
              <a:lnSpc>
                <a:spcPct val="100000"/>
              </a:lnSpc>
              <a:spcBef>
                <a:spcPts val="0"/>
              </a:spcBef>
              <a:spcAft>
                <a:spcPts val="0"/>
              </a:spcAft>
              <a:buClr>
                <a:srgbClr val="000000"/>
              </a:buClr>
              <a:buSzPts val="800"/>
              <a:buFont typeface="Times"/>
              <a:buNone/>
            </a:pPr>
            <a:fld id="{00000000-1234-1234-1234-123412341234}" type="slidenum">
              <a:rPr b="0" i="0" lang="en-US" sz="800" u="none">
                <a:solidFill>
                  <a:srgbClr val="000000"/>
                </a:solidFill>
                <a:latin typeface="Times"/>
                <a:ea typeface="Times"/>
                <a:cs typeface="Times"/>
                <a:sym typeface="Times"/>
              </a:rPr>
              <a:t>‹#›</a:t>
            </a:fld>
            <a:endParaRPr/>
          </a:p>
        </p:txBody>
      </p:sp>
      <p:sp>
        <p:nvSpPr>
          <p:cNvPr id="96" name="Google Shape;96;p1:notes"/>
          <p:cNvSpPr/>
          <p:nvPr>
            <p:ph idx="2" type="sldImg"/>
          </p:nvPr>
        </p:nvSpPr>
        <p:spPr>
          <a:xfrm>
            <a:off x="2192337" y="773112"/>
            <a:ext cx="2700337" cy="38179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1:notes"/>
          <p:cNvSpPr txBox="1"/>
          <p:nvPr>
            <p:ph idx="1" type="body"/>
          </p:nvPr>
        </p:nvSpPr>
        <p:spPr>
          <a:xfrm>
            <a:off x="962025" y="4848225"/>
            <a:ext cx="5210175" cy="4643437"/>
          </a:xfrm>
          <a:prstGeom prst="rect">
            <a:avLst/>
          </a:prstGeom>
          <a:noFill/>
          <a:ln>
            <a:noFill/>
          </a:ln>
        </p:spPr>
        <p:txBody>
          <a:bodyPr anchorCtr="0" anchor="t" bIns="30675" lIns="61375" spcFirstLastPara="1" rIns="61375" wrap="square" tIns="3067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
          <p:cNvSpPr txBox="1"/>
          <p:nvPr>
            <p:ph type="ctrTitle"/>
          </p:nvPr>
        </p:nvSpPr>
        <p:spPr>
          <a:xfrm>
            <a:off x="801688" y="4695825"/>
            <a:ext cx="9088437" cy="32416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2"/>
          <p:cNvSpPr txBox="1"/>
          <p:nvPr>
            <p:ph idx="1" type="subTitle"/>
          </p:nvPr>
        </p:nvSpPr>
        <p:spPr>
          <a:xfrm>
            <a:off x="1603375" y="8566150"/>
            <a:ext cx="7485063" cy="3863975"/>
          </a:xfrm>
          <a:prstGeom prst="rect">
            <a:avLst/>
          </a:prstGeom>
          <a:noFill/>
          <a:ln>
            <a:noFill/>
          </a:ln>
        </p:spPr>
        <p:txBody>
          <a:bodyPr anchorCtr="0" anchor="t" bIns="73700" lIns="147425" spcFirstLastPara="1" rIns="147425" wrap="square" tIns="73700">
            <a:noAutofit/>
          </a:bodyPr>
          <a:lstStyle>
            <a:lvl1pPr lvl="0" algn="ctr">
              <a:spcBef>
                <a:spcPts val="1040"/>
              </a:spcBef>
              <a:spcAft>
                <a:spcPts val="0"/>
              </a:spcAft>
              <a:buClr>
                <a:schemeClr val="dk1"/>
              </a:buClr>
              <a:buSzPts val="5200"/>
              <a:buFont typeface="Times"/>
              <a:buNone/>
              <a:defRPr/>
            </a:lvl1pPr>
            <a:lvl2pPr lvl="1" algn="ctr">
              <a:spcBef>
                <a:spcPts val="900"/>
              </a:spcBef>
              <a:spcAft>
                <a:spcPts val="0"/>
              </a:spcAft>
              <a:buClr>
                <a:schemeClr val="dk1"/>
              </a:buClr>
              <a:buSzPts val="4500"/>
              <a:buFont typeface="Times"/>
              <a:buNone/>
              <a:defRPr/>
            </a:lvl2pPr>
            <a:lvl3pPr lvl="2" algn="ctr">
              <a:spcBef>
                <a:spcPts val="780"/>
              </a:spcBef>
              <a:spcAft>
                <a:spcPts val="0"/>
              </a:spcAft>
              <a:buClr>
                <a:schemeClr val="dk1"/>
              </a:buClr>
              <a:buSzPts val="3900"/>
              <a:buFont typeface="Times"/>
              <a:buNone/>
              <a:defRPr/>
            </a:lvl3pPr>
            <a:lvl4pPr lvl="3" algn="ctr">
              <a:spcBef>
                <a:spcPts val="640"/>
              </a:spcBef>
              <a:spcAft>
                <a:spcPts val="0"/>
              </a:spcAft>
              <a:buClr>
                <a:schemeClr val="dk1"/>
              </a:buClr>
              <a:buSzPts val="3200"/>
              <a:buFont typeface="Times"/>
              <a:buNone/>
              <a:defRPr/>
            </a:lvl4pPr>
            <a:lvl5pPr lvl="4" algn="ctr">
              <a:spcBef>
                <a:spcPts val="640"/>
              </a:spcBef>
              <a:spcAft>
                <a:spcPts val="0"/>
              </a:spcAft>
              <a:buClr>
                <a:schemeClr val="dk1"/>
              </a:buClr>
              <a:buSzPts val="3200"/>
              <a:buFont typeface="Times"/>
              <a:buNone/>
              <a:defRPr/>
            </a:lvl5pPr>
            <a:lvl6pPr lvl="5" algn="ctr">
              <a:spcBef>
                <a:spcPts val="640"/>
              </a:spcBef>
              <a:spcAft>
                <a:spcPts val="0"/>
              </a:spcAft>
              <a:buClr>
                <a:schemeClr val="dk1"/>
              </a:buClr>
              <a:buSzPts val="3200"/>
              <a:buFont typeface="Times"/>
              <a:buNone/>
              <a:defRPr/>
            </a:lvl6pPr>
            <a:lvl7pPr lvl="6" algn="ctr">
              <a:spcBef>
                <a:spcPts val="640"/>
              </a:spcBef>
              <a:spcAft>
                <a:spcPts val="0"/>
              </a:spcAft>
              <a:buClr>
                <a:schemeClr val="dk1"/>
              </a:buClr>
              <a:buSzPts val="3200"/>
              <a:buFont typeface="Times"/>
              <a:buNone/>
              <a:defRPr/>
            </a:lvl7pPr>
            <a:lvl8pPr lvl="7" algn="ctr">
              <a:spcBef>
                <a:spcPts val="640"/>
              </a:spcBef>
              <a:spcAft>
                <a:spcPts val="0"/>
              </a:spcAft>
              <a:buClr>
                <a:schemeClr val="dk1"/>
              </a:buClr>
              <a:buSzPts val="3200"/>
              <a:buFont typeface="Times"/>
              <a:buNone/>
              <a:defRPr/>
            </a:lvl8pPr>
            <a:lvl9pPr lvl="8" algn="ctr">
              <a:spcBef>
                <a:spcPts val="640"/>
              </a:spcBef>
              <a:spcAft>
                <a:spcPts val="0"/>
              </a:spcAft>
              <a:buClr>
                <a:schemeClr val="dk1"/>
              </a:buClr>
              <a:buSzPts val="3200"/>
              <a:buFont typeface="Times"/>
              <a:buNone/>
              <a:defRPr/>
            </a:lvl9pPr>
          </a:lstStyle>
          <a:p/>
        </p:txBody>
      </p:sp>
      <p:sp>
        <p:nvSpPr>
          <p:cNvPr id="28" name="Google Shape;28;p2"/>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 name="Shape 31"/>
        <p:cNvGrpSpPr/>
        <p:nvPr/>
      </p:nvGrpSpPr>
      <p:grpSpPr>
        <a:xfrm>
          <a:off x="0" y="0"/>
          <a:ext cx="0" cy="0"/>
          <a:chOff x="0" y="0"/>
          <a:chExt cx="0" cy="0"/>
        </a:xfrm>
      </p:grpSpPr>
      <p:sp>
        <p:nvSpPr>
          <p:cNvPr id="32" name="Google Shape;32;p3"/>
          <p:cNvSpPr txBox="1"/>
          <p:nvPr>
            <p:ph type="title"/>
          </p:nvPr>
        </p:nvSpPr>
        <p:spPr>
          <a:xfrm rot="5400000">
            <a:off x="2720182" y="6244432"/>
            <a:ext cx="12068175" cy="2271712"/>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3"/>
          <p:cNvSpPr txBox="1"/>
          <p:nvPr>
            <p:ph idx="1" type="body"/>
          </p:nvPr>
        </p:nvSpPr>
        <p:spPr>
          <a:xfrm rot="5400000">
            <a:off x="-1901824" y="4046538"/>
            <a:ext cx="12068175" cy="6667500"/>
          </a:xfrm>
          <a:prstGeom prst="rect">
            <a:avLst/>
          </a:prstGeom>
          <a:noFill/>
          <a:ln>
            <a:noFill/>
          </a:ln>
        </p:spPr>
        <p:txBody>
          <a:bodyPr anchorCtr="0" anchor="t" bIns="73700" lIns="147425" spcFirstLastPara="1" rIns="147425" wrap="square" tIns="73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 name="Google Shape;34;p3"/>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4"/>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4"/>
          <p:cNvSpPr txBox="1"/>
          <p:nvPr>
            <p:ph idx="1" type="body"/>
          </p:nvPr>
        </p:nvSpPr>
        <p:spPr>
          <a:xfrm rot="5400000">
            <a:off x="807243" y="4334669"/>
            <a:ext cx="9070975" cy="9088437"/>
          </a:xfrm>
          <a:prstGeom prst="rect">
            <a:avLst/>
          </a:prstGeom>
          <a:noFill/>
          <a:ln>
            <a:noFill/>
          </a:ln>
        </p:spPr>
        <p:txBody>
          <a:bodyPr anchorCtr="0" anchor="t" bIns="73700" lIns="147425" spcFirstLastPara="1" rIns="147425" wrap="square" tIns="73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4"/>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5"/>
          <p:cNvSpPr txBox="1"/>
          <p:nvPr>
            <p:ph type="title"/>
          </p:nvPr>
        </p:nvSpPr>
        <p:spPr>
          <a:xfrm>
            <a:off x="2095500" y="10582275"/>
            <a:ext cx="6415088" cy="1249363"/>
          </a:xfrm>
          <a:prstGeom prst="rect">
            <a:avLst/>
          </a:prstGeom>
          <a:noFill/>
          <a:ln>
            <a:noFill/>
          </a:ln>
        </p:spPr>
        <p:txBody>
          <a:bodyPr anchorCtr="0" anchor="b" bIns="73700" lIns="147425" spcFirstLastPara="1" rIns="147425" wrap="square" tIns="73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5"/>
          <p:cNvSpPr/>
          <p:nvPr>
            <p:ph idx="2" type="pic"/>
          </p:nvPr>
        </p:nvSpPr>
        <p:spPr>
          <a:xfrm>
            <a:off x="2095500" y="1350963"/>
            <a:ext cx="6415088" cy="9070975"/>
          </a:xfrm>
          <a:prstGeom prst="rect">
            <a:avLst/>
          </a:prstGeom>
          <a:noFill/>
          <a:ln>
            <a:noFill/>
          </a:ln>
        </p:spPr>
      </p:sp>
      <p:sp>
        <p:nvSpPr>
          <p:cNvPr id="46" name="Google Shape;46;p5"/>
          <p:cNvSpPr txBox="1"/>
          <p:nvPr>
            <p:ph idx="1" type="body"/>
          </p:nvPr>
        </p:nvSpPr>
        <p:spPr>
          <a:xfrm>
            <a:off x="2095500" y="11831638"/>
            <a:ext cx="6415088" cy="1774825"/>
          </a:xfrm>
          <a:prstGeom prst="rect">
            <a:avLst/>
          </a:prstGeom>
          <a:noFill/>
          <a:ln>
            <a:noFill/>
          </a:ln>
        </p:spPr>
        <p:txBody>
          <a:bodyPr anchorCtr="0" anchor="t" bIns="73700" lIns="147425" spcFirstLastPara="1" rIns="147425" wrap="square" tIns="73700">
            <a:noAutofit/>
          </a:bodyPr>
          <a:lstStyle>
            <a:lvl1pPr indent="-228600" lvl="0" marL="457200" algn="l">
              <a:spcBef>
                <a:spcPts val="280"/>
              </a:spcBef>
              <a:spcAft>
                <a:spcPts val="0"/>
              </a:spcAft>
              <a:buClr>
                <a:schemeClr val="dk1"/>
              </a:buClr>
              <a:buSzPts val="1400"/>
              <a:buFont typeface="Times"/>
              <a:buNone/>
              <a:defRPr sz="1400"/>
            </a:lvl1pPr>
            <a:lvl2pPr indent="-228600" lvl="1" marL="914400" algn="l">
              <a:spcBef>
                <a:spcPts val="240"/>
              </a:spcBef>
              <a:spcAft>
                <a:spcPts val="0"/>
              </a:spcAft>
              <a:buClr>
                <a:schemeClr val="dk1"/>
              </a:buClr>
              <a:buSzPts val="1200"/>
              <a:buFont typeface="Times"/>
              <a:buNone/>
              <a:defRPr sz="1200"/>
            </a:lvl2pPr>
            <a:lvl3pPr indent="-228600" lvl="2" marL="1371600" algn="l">
              <a:spcBef>
                <a:spcPts val="200"/>
              </a:spcBef>
              <a:spcAft>
                <a:spcPts val="0"/>
              </a:spcAft>
              <a:buClr>
                <a:schemeClr val="dk1"/>
              </a:buClr>
              <a:buSzPts val="1000"/>
              <a:buFont typeface="Times"/>
              <a:buNone/>
              <a:defRPr sz="1000"/>
            </a:lvl3pPr>
            <a:lvl4pPr indent="-228600" lvl="3" marL="1828800" algn="l">
              <a:spcBef>
                <a:spcPts val="180"/>
              </a:spcBef>
              <a:spcAft>
                <a:spcPts val="0"/>
              </a:spcAft>
              <a:buClr>
                <a:schemeClr val="dk1"/>
              </a:buClr>
              <a:buSzPts val="900"/>
              <a:buFont typeface="Times"/>
              <a:buNone/>
              <a:defRPr sz="900"/>
            </a:lvl4pPr>
            <a:lvl5pPr indent="-228600" lvl="4" marL="2286000" algn="l">
              <a:spcBef>
                <a:spcPts val="180"/>
              </a:spcBef>
              <a:spcAft>
                <a:spcPts val="0"/>
              </a:spcAft>
              <a:buClr>
                <a:schemeClr val="dk1"/>
              </a:buClr>
              <a:buSzPts val="900"/>
              <a:buFont typeface="Times"/>
              <a:buNone/>
              <a:defRPr sz="900"/>
            </a:lvl5pPr>
            <a:lvl6pPr indent="-228600" lvl="5" marL="2743200" algn="l">
              <a:spcBef>
                <a:spcPts val="180"/>
              </a:spcBef>
              <a:spcAft>
                <a:spcPts val="0"/>
              </a:spcAft>
              <a:buClr>
                <a:schemeClr val="dk1"/>
              </a:buClr>
              <a:buSzPts val="900"/>
              <a:buFont typeface="Times"/>
              <a:buNone/>
              <a:defRPr sz="900"/>
            </a:lvl6pPr>
            <a:lvl7pPr indent="-228600" lvl="6" marL="3200400" algn="l">
              <a:spcBef>
                <a:spcPts val="180"/>
              </a:spcBef>
              <a:spcAft>
                <a:spcPts val="0"/>
              </a:spcAft>
              <a:buClr>
                <a:schemeClr val="dk1"/>
              </a:buClr>
              <a:buSzPts val="900"/>
              <a:buFont typeface="Times"/>
              <a:buNone/>
              <a:defRPr sz="900"/>
            </a:lvl7pPr>
            <a:lvl8pPr indent="-228600" lvl="7" marL="3657600" algn="l">
              <a:spcBef>
                <a:spcPts val="180"/>
              </a:spcBef>
              <a:spcAft>
                <a:spcPts val="0"/>
              </a:spcAft>
              <a:buClr>
                <a:schemeClr val="dk1"/>
              </a:buClr>
              <a:buSzPts val="900"/>
              <a:buFont typeface="Times"/>
              <a:buNone/>
              <a:defRPr sz="900"/>
            </a:lvl8pPr>
            <a:lvl9pPr indent="-228600" lvl="8" marL="4114800" algn="l">
              <a:spcBef>
                <a:spcPts val="180"/>
              </a:spcBef>
              <a:spcAft>
                <a:spcPts val="0"/>
              </a:spcAft>
              <a:buClr>
                <a:schemeClr val="dk1"/>
              </a:buClr>
              <a:buSzPts val="900"/>
              <a:buFont typeface="Times"/>
              <a:buNone/>
              <a:defRPr sz="900"/>
            </a:lvl9pPr>
          </a:lstStyle>
          <a:p/>
        </p:txBody>
      </p:sp>
      <p:sp>
        <p:nvSpPr>
          <p:cNvPr id="47" name="Google Shape;47;p5"/>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6"/>
          <p:cNvSpPr txBox="1"/>
          <p:nvPr>
            <p:ph type="title"/>
          </p:nvPr>
        </p:nvSpPr>
        <p:spPr>
          <a:xfrm>
            <a:off x="534988" y="601663"/>
            <a:ext cx="3517900" cy="2562225"/>
          </a:xfrm>
          <a:prstGeom prst="rect">
            <a:avLst/>
          </a:prstGeom>
          <a:noFill/>
          <a:ln>
            <a:noFill/>
          </a:ln>
        </p:spPr>
        <p:txBody>
          <a:bodyPr anchorCtr="0" anchor="b" bIns="73700" lIns="147425" spcFirstLastPara="1" rIns="147425" wrap="square" tIns="73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6"/>
          <p:cNvSpPr txBox="1"/>
          <p:nvPr>
            <p:ph idx="1" type="body"/>
          </p:nvPr>
        </p:nvSpPr>
        <p:spPr>
          <a:xfrm>
            <a:off x="4179888" y="601663"/>
            <a:ext cx="5976937" cy="12903200"/>
          </a:xfrm>
          <a:prstGeom prst="rect">
            <a:avLst/>
          </a:prstGeom>
          <a:noFill/>
          <a:ln>
            <a:noFill/>
          </a:ln>
        </p:spPr>
        <p:txBody>
          <a:bodyPr anchorCtr="0" anchor="t" bIns="73700" lIns="147425" spcFirstLastPara="1" rIns="147425" wrap="square" tIns="73700">
            <a:noAutofit/>
          </a:bodyPr>
          <a:lstStyle>
            <a:lvl1pPr indent="-431800" lvl="0" marL="457200" algn="l">
              <a:spcBef>
                <a:spcPts val="640"/>
              </a:spcBef>
              <a:spcAft>
                <a:spcPts val="0"/>
              </a:spcAft>
              <a:buClr>
                <a:schemeClr val="dk1"/>
              </a:buClr>
              <a:buSzPts val="3200"/>
              <a:buFont typeface="Times"/>
              <a:buChar char="•"/>
              <a:defRPr sz="3200"/>
            </a:lvl1pPr>
            <a:lvl2pPr indent="-406400" lvl="1" marL="914400" algn="l">
              <a:spcBef>
                <a:spcPts val="560"/>
              </a:spcBef>
              <a:spcAft>
                <a:spcPts val="0"/>
              </a:spcAft>
              <a:buClr>
                <a:schemeClr val="dk1"/>
              </a:buClr>
              <a:buSzPts val="2800"/>
              <a:buFont typeface="Times"/>
              <a:buChar char="–"/>
              <a:defRPr sz="2800"/>
            </a:lvl2pPr>
            <a:lvl3pPr indent="-381000" lvl="2" marL="1371600" algn="l">
              <a:spcBef>
                <a:spcPts val="480"/>
              </a:spcBef>
              <a:spcAft>
                <a:spcPts val="0"/>
              </a:spcAft>
              <a:buClr>
                <a:schemeClr val="dk1"/>
              </a:buClr>
              <a:buSzPts val="2400"/>
              <a:buFont typeface="Times"/>
              <a:buChar char="•"/>
              <a:defRPr sz="2400"/>
            </a:lvl3pPr>
            <a:lvl4pPr indent="-355600" lvl="3" marL="1828800" algn="l">
              <a:spcBef>
                <a:spcPts val="400"/>
              </a:spcBef>
              <a:spcAft>
                <a:spcPts val="0"/>
              </a:spcAft>
              <a:buClr>
                <a:schemeClr val="dk1"/>
              </a:buClr>
              <a:buSzPts val="2000"/>
              <a:buFont typeface="Times"/>
              <a:buChar char="–"/>
              <a:defRPr sz="2000"/>
            </a:lvl4pPr>
            <a:lvl5pPr indent="-355600" lvl="4" marL="2286000" algn="l">
              <a:spcBef>
                <a:spcPts val="400"/>
              </a:spcBef>
              <a:spcAft>
                <a:spcPts val="0"/>
              </a:spcAft>
              <a:buClr>
                <a:schemeClr val="dk1"/>
              </a:buClr>
              <a:buSzPts val="2000"/>
              <a:buFont typeface="Times"/>
              <a:buChar char="»"/>
              <a:defRPr sz="2000"/>
            </a:lvl5pPr>
            <a:lvl6pPr indent="-355600" lvl="5" marL="2743200" algn="l">
              <a:spcBef>
                <a:spcPts val="400"/>
              </a:spcBef>
              <a:spcAft>
                <a:spcPts val="0"/>
              </a:spcAft>
              <a:buClr>
                <a:schemeClr val="dk1"/>
              </a:buClr>
              <a:buSzPts val="2000"/>
              <a:buFont typeface="Times"/>
              <a:buChar char="»"/>
              <a:defRPr sz="2000"/>
            </a:lvl6pPr>
            <a:lvl7pPr indent="-355600" lvl="6" marL="3200400" algn="l">
              <a:spcBef>
                <a:spcPts val="400"/>
              </a:spcBef>
              <a:spcAft>
                <a:spcPts val="0"/>
              </a:spcAft>
              <a:buClr>
                <a:schemeClr val="dk1"/>
              </a:buClr>
              <a:buSzPts val="2000"/>
              <a:buFont typeface="Times"/>
              <a:buChar char="»"/>
              <a:defRPr sz="2000"/>
            </a:lvl7pPr>
            <a:lvl8pPr indent="-355600" lvl="7" marL="3657600" algn="l">
              <a:spcBef>
                <a:spcPts val="400"/>
              </a:spcBef>
              <a:spcAft>
                <a:spcPts val="0"/>
              </a:spcAft>
              <a:buClr>
                <a:schemeClr val="dk1"/>
              </a:buClr>
              <a:buSzPts val="2000"/>
              <a:buFont typeface="Times"/>
              <a:buChar char="»"/>
              <a:defRPr sz="2000"/>
            </a:lvl8pPr>
            <a:lvl9pPr indent="-355600" lvl="8" marL="4114800" algn="l">
              <a:spcBef>
                <a:spcPts val="400"/>
              </a:spcBef>
              <a:spcAft>
                <a:spcPts val="0"/>
              </a:spcAft>
              <a:buClr>
                <a:schemeClr val="dk1"/>
              </a:buClr>
              <a:buSzPts val="2000"/>
              <a:buFont typeface="Times"/>
              <a:buChar char="»"/>
              <a:defRPr sz="2000"/>
            </a:lvl9pPr>
          </a:lstStyle>
          <a:p/>
        </p:txBody>
      </p:sp>
      <p:sp>
        <p:nvSpPr>
          <p:cNvPr id="53" name="Google Shape;53;p6"/>
          <p:cNvSpPr txBox="1"/>
          <p:nvPr>
            <p:ph idx="2" type="body"/>
          </p:nvPr>
        </p:nvSpPr>
        <p:spPr>
          <a:xfrm>
            <a:off x="534988" y="3163888"/>
            <a:ext cx="3517900" cy="10340975"/>
          </a:xfrm>
          <a:prstGeom prst="rect">
            <a:avLst/>
          </a:prstGeom>
          <a:noFill/>
          <a:ln>
            <a:noFill/>
          </a:ln>
        </p:spPr>
        <p:txBody>
          <a:bodyPr anchorCtr="0" anchor="t" bIns="73700" lIns="147425" spcFirstLastPara="1" rIns="147425" wrap="square" tIns="73700">
            <a:noAutofit/>
          </a:bodyPr>
          <a:lstStyle>
            <a:lvl1pPr indent="-228600" lvl="0" marL="457200" algn="l">
              <a:spcBef>
                <a:spcPts val="280"/>
              </a:spcBef>
              <a:spcAft>
                <a:spcPts val="0"/>
              </a:spcAft>
              <a:buClr>
                <a:schemeClr val="dk1"/>
              </a:buClr>
              <a:buSzPts val="1400"/>
              <a:buFont typeface="Times"/>
              <a:buNone/>
              <a:defRPr sz="1400"/>
            </a:lvl1pPr>
            <a:lvl2pPr indent="-228600" lvl="1" marL="914400" algn="l">
              <a:spcBef>
                <a:spcPts val="240"/>
              </a:spcBef>
              <a:spcAft>
                <a:spcPts val="0"/>
              </a:spcAft>
              <a:buClr>
                <a:schemeClr val="dk1"/>
              </a:buClr>
              <a:buSzPts val="1200"/>
              <a:buFont typeface="Times"/>
              <a:buNone/>
              <a:defRPr sz="1200"/>
            </a:lvl2pPr>
            <a:lvl3pPr indent="-228600" lvl="2" marL="1371600" algn="l">
              <a:spcBef>
                <a:spcPts val="200"/>
              </a:spcBef>
              <a:spcAft>
                <a:spcPts val="0"/>
              </a:spcAft>
              <a:buClr>
                <a:schemeClr val="dk1"/>
              </a:buClr>
              <a:buSzPts val="1000"/>
              <a:buFont typeface="Times"/>
              <a:buNone/>
              <a:defRPr sz="1000"/>
            </a:lvl3pPr>
            <a:lvl4pPr indent="-228600" lvl="3" marL="1828800" algn="l">
              <a:spcBef>
                <a:spcPts val="180"/>
              </a:spcBef>
              <a:spcAft>
                <a:spcPts val="0"/>
              </a:spcAft>
              <a:buClr>
                <a:schemeClr val="dk1"/>
              </a:buClr>
              <a:buSzPts val="900"/>
              <a:buFont typeface="Times"/>
              <a:buNone/>
              <a:defRPr sz="900"/>
            </a:lvl4pPr>
            <a:lvl5pPr indent="-228600" lvl="4" marL="2286000" algn="l">
              <a:spcBef>
                <a:spcPts val="180"/>
              </a:spcBef>
              <a:spcAft>
                <a:spcPts val="0"/>
              </a:spcAft>
              <a:buClr>
                <a:schemeClr val="dk1"/>
              </a:buClr>
              <a:buSzPts val="900"/>
              <a:buFont typeface="Times"/>
              <a:buNone/>
              <a:defRPr sz="900"/>
            </a:lvl5pPr>
            <a:lvl6pPr indent="-228600" lvl="5" marL="2743200" algn="l">
              <a:spcBef>
                <a:spcPts val="180"/>
              </a:spcBef>
              <a:spcAft>
                <a:spcPts val="0"/>
              </a:spcAft>
              <a:buClr>
                <a:schemeClr val="dk1"/>
              </a:buClr>
              <a:buSzPts val="900"/>
              <a:buFont typeface="Times"/>
              <a:buNone/>
              <a:defRPr sz="900"/>
            </a:lvl6pPr>
            <a:lvl7pPr indent="-228600" lvl="6" marL="3200400" algn="l">
              <a:spcBef>
                <a:spcPts val="180"/>
              </a:spcBef>
              <a:spcAft>
                <a:spcPts val="0"/>
              </a:spcAft>
              <a:buClr>
                <a:schemeClr val="dk1"/>
              </a:buClr>
              <a:buSzPts val="900"/>
              <a:buFont typeface="Times"/>
              <a:buNone/>
              <a:defRPr sz="900"/>
            </a:lvl7pPr>
            <a:lvl8pPr indent="-228600" lvl="7" marL="3657600" algn="l">
              <a:spcBef>
                <a:spcPts val="180"/>
              </a:spcBef>
              <a:spcAft>
                <a:spcPts val="0"/>
              </a:spcAft>
              <a:buClr>
                <a:schemeClr val="dk1"/>
              </a:buClr>
              <a:buSzPts val="900"/>
              <a:buFont typeface="Times"/>
              <a:buNone/>
              <a:defRPr sz="900"/>
            </a:lvl8pPr>
            <a:lvl9pPr indent="-228600" lvl="8" marL="4114800" algn="l">
              <a:spcBef>
                <a:spcPts val="180"/>
              </a:spcBef>
              <a:spcAft>
                <a:spcPts val="0"/>
              </a:spcAft>
              <a:buClr>
                <a:schemeClr val="dk1"/>
              </a:buClr>
              <a:buSzPts val="900"/>
              <a:buFont typeface="Times"/>
              <a:buNone/>
              <a:defRPr sz="900"/>
            </a:lvl9pPr>
          </a:lstStyle>
          <a:p/>
        </p:txBody>
      </p:sp>
      <p:sp>
        <p:nvSpPr>
          <p:cNvPr id="54" name="Google Shape;54;p6"/>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7"/>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8"/>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8"/>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p9"/>
          <p:cNvSpPr txBox="1"/>
          <p:nvPr>
            <p:ph type="title"/>
          </p:nvPr>
        </p:nvSpPr>
        <p:spPr>
          <a:xfrm>
            <a:off x="534988" y="604838"/>
            <a:ext cx="9621837" cy="2520950"/>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9"/>
          <p:cNvSpPr txBox="1"/>
          <p:nvPr>
            <p:ph idx="1" type="body"/>
          </p:nvPr>
        </p:nvSpPr>
        <p:spPr>
          <a:xfrm>
            <a:off x="534988" y="3384550"/>
            <a:ext cx="4724400" cy="1409700"/>
          </a:xfrm>
          <a:prstGeom prst="rect">
            <a:avLst/>
          </a:prstGeom>
          <a:noFill/>
          <a:ln>
            <a:noFill/>
          </a:ln>
        </p:spPr>
        <p:txBody>
          <a:bodyPr anchorCtr="0" anchor="b" bIns="73700" lIns="147425" spcFirstLastPara="1" rIns="147425" wrap="square" tIns="73700">
            <a:noAutofit/>
          </a:bodyPr>
          <a:lstStyle>
            <a:lvl1pPr indent="-228600" lvl="0" marL="457200" algn="l">
              <a:spcBef>
                <a:spcPts val="480"/>
              </a:spcBef>
              <a:spcAft>
                <a:spcPts val="0"/>
              </a:spcAft>
              <a:buClr>
                <a:schemeClr val="dk1"/>
              </a:buClr>
              <a:buSzPts val="2400"/>
              <a:buFont typeface="Times"/>
              <a:buNone/>
              <a:defRPr b="1" sz="2400"/>
            </a:lvl1pPr>
            <a:lvl2pPr indent="-228600" lvl="1" marL="914400" algn="l">
              <a:spcBef>
                <a:spcPts val="400"/>
              </a:spcBef>
              <a:spcAft>
                <a:spcPts val="0"/>
              </a:spcAft>
              <a:buClr>
                <a:schemeClr val="dk1"/>
              </a:buClr>
              <a:buSzPts val="2000"/>
              <a:buFont typeface="Times"/>
              <a:buNone/>
              <a:defRPr b="1" sz="2000"/>
            </a:lvl2pPr>
            <a:lvl3pPr indent="-228600" lvl="2" marL="1371600" algn="l">
              <a:spcBef>
                <a:spcPts val="360"/>
              </a:spcBef>
              <a:spcAft>
                <a:spcPts val="0"/>
              </a:spcAft>
              <a:buClr>
                <a:schemeClr val="dk1"/>
              </a:buClr>
              <a:buSzPts val="1800"/>
              <a:buFont typeface="Times"/>
              <a:buNone/>
              <a:defRPr b="1" sz="1800"/>
            </a:lvl3pPr>
            <a:lvl4pPr indent="-228600" lvl="3" marL="1828800" algn="l">
              <a:spcBef>
                <a:spcPts val="320"/>
              </a:spcBef>
              <a:spcAft>
                <a:spcPts val="0"/>
              </a:spcAft>
              <a:buClr>
                <a:schemeClr val="dk1"/>
              </a:buClr>
              <a:buSzPts val="1600"/>
              <a:buFont typeface="Times"/>
              <a:buNone/>
              <a:defRPr b="1" sz="1600"/>
            </a:lvl4pPr>
            <a:lvl5pPr indent="-228600" lvl="4" marL="2286000" algn="l">
              <a:spcBef>
                <a:spcPts val="320"/>
              </a:spcBef>
              <a:spcAft>
                <a:spcPts val="0"/>
              </a:spcAft>
              <a:buClr>
                <a:schemeClr val="dk1"/>
              </a:buClr>
              <a:buSzPts val="1600"/>
              <a:buFont typeface="Times"/>
              <a:buNone/>
              <a:defRPr b="1" sz="1600"/>
            </a:lvl5pPr>
            <a:lvl6pPr indent="-228600" lvl="5" marL="2743200" algn="l">
              <a:spcBef>
                <a:spcPts val="320"/>
              </a:spcBef>
              <a:spcAft>
                <a:spcPts val="0"/>
              </a:spcAft>
              <a:buClr>
                <a:schemeClr val="dk1"/>
              </a:buClr>
              <a:buSzPts val="1600"/>
              <a:buFont typeface="Times"/>
              <a:buNone/>
              <a:defRPr b="1" sz="1600"/>
            </a:lvl6pPr>
            <a:lvl7pPr indent="-228600" lvl="6" marL="3200400" algn="l">
              <a:spcBef>
                <a:spcPts val="320"/>
              </a:spcBef>
              <a:spcAft>
                <a:spcPts val="0"/>
              </a:spcAft>
              <a:buClr>
                <a:schemeClr val="dk1"/>
              </a:buClr>
              <a:buSzPts val="1600"/>
              <a:buFont typeface="Times"/>
              <a:buNone/>
              <a:defRPr b="1" sz="1600"/>
            </a:lvl7pPr>
            <a:lvl8pPr indent="-228600" lvl="7" marL="3657600" algn="l">
              <a:spcBef>
                <a:spcPts val="320"/>
              </a:spcBef>
              <a:spcAft>
                <a:spcPts val="0"/>
              </a:spcAft>
              <a:buClr>
                <a:schemeClr val="dk1"/>
              </a:buClr>
              <a:buSzPts val="1600"/>
              <a:buFont typeface="Times"/>
              <a:buNone/>
              <a:defRPr b="1" sz="1600"/>
            </a:lvl8pPr>
            <a:lvl9pPr indent="-228600" lvl="8" marL="4114800" algn="l">
              <a:spcBef>
                <a:spcPts val="320"/>
              </a:spcBef>
              <a:spcAft>
                <a:spcPts val="0"/>
              </a:spcAft>
              <a:buClr>
                <a:schemeClr val="dk1"/>
              </a:buClr>
              <a:buSzPts val="1600"/>
              <a:buFont typeface="Times"/>
              <a:buNone/>
              <a:defRPr b="1" sz="1600"/>
            </a:lvl9pPr>
          </a:lstStyle>
          <a:p/>
        </p:txBody>
      </p:sp>
      <p:sp>
        <p:nvSpPr>
          <p:cNvPr id="69" name="Google Shape;69;p9"/>
          <p:cNvSpPr txBox="1"/>
          <p:nvPr>
            <p:ph idx="2" type="body"/>
          </p:nvPr>
        </p:nvSpPr>
        <p:spPr>
          <a:xfrm>
            <a:off x="534988" y="4794250"/>
            <a:ext cx="4724400" cy="8710613"/>
          </a:xfrm>
          <a:prstGeom prst="rect">
            <a:avLst/>
          </a:prstGeom>
          <a:noFill/>
          <a:ln>
            <a:noFill/>
          </a:ln>
        </p:spPr>
        <p:txBody>
          <a:bodyPr anchorCtr="0" anchor="t" bIns="73700" lIns="147425" spcFirstLastPara="1" rIns="147425" wrap="square" tIns="73700">
            <a:noAutofit/>
          </a:bodyPr>
          <a:lstStyle>
            <a:lvl1pPr indent="-381000" lvl="0" marL="457200" algn="l">
              <a:spcBef>
                <a:spcPts val="480"/>
              </a:spcBef>
              <a:spcAft>
                <a:spcPts val="0"/>
              </a:spcAft>
              <a:buClr>
                <a:schemeClr val="dk1"/>
              </a:buClr>
              <a:buSzPts val="2400"/>
              <a:buFont typeface="Times"/>
              <a:buChar char="•"/>
              <a:defRPr sz="2400"/>
            </a:lvl1pPr>
            <a:lvl2pPr indent="-355600" lvl="1" marL="914400" algn="l">
              <a:spcBef>
                <a:spcPts val="400"/>
              </a:spcBef>
              <a:spcAft>
                <a:spcPts val="0"/>
              </a:spcAft>
              <a:buClr>
                <a:schemeClr val="dk1"/>
              </a:buClr>
              <a:buSzPts val="2000"/>
              <a:buFont typeface="Times"/>
              <a:buChar char="–"/>
              <a:defRPr sz="2000"/>
            </a:lvl2pPr>
            <a:lvl3pPr indent="-342900" lvl="2" marL="1371600" algn="l">
              <a:spcBef>
                <a:spcPts val="360"/>
              </a:spcBef>
              <a:spcAft>
                <a:spcPts val="0"/>
              </a:spcAft>
              <a:buClr>
                <a:schemeClr val="dk1"/>
              </a:buClr>
              <a:buSzPts val="1800"/>
              <a:buFont typeface="Times"/>
              <a:buChar char="•"/>
              <a:defRPr sz="1800"/>
            </a:lvl3pPr>
            <a:lvl4pPr indent="-330200" lvl="3" marL="1828800" algn="l">
              <a:spcBef>
                <a:spcPts val="320"/>
              </a:spcBef>
              <a:spcAft>
                <a:spcPts val="0"/>
              </a:spcAft>
              <a:buClr>
                <a:schemeClr val="dk1"/>
              </a:buClr>
              <a:buSzPts val="1600"/>
              <a:buFont typeface="Times"/>
              <a:buChar char="–"/>
              <a:defRPr sz="1600"/>
            </a:lvl4pPr>
            <a:lvl5pPr indent="-330200" lvl="4" marL="2286000" algn="l">
              <a:spcBef>
                <a:spcPts val="320"/>
              </a:spcBef>
              <a:spcAft>
                <a:spcPts val="0"/>
              </a:spcAft>
              <a:buClr>
                <a:schemeClr val="dk1"/>
              </a:buClr>
              <a:buSzPts val="1600"/>
              <a:buFont typeface="Times"/>
              <a:buChar char="»"/>
              <a:defRPr sz="1600"/>
            </a:lvl5pPr>
            <a:lvl6pPr indent="-330200" lvl="5" marL="2743200" algn="l">
              <a:spcBef>
                <a:spcPts val="320"/>
              </a:spcBef>
              <a:spcAft>
                <a:spcPts val="0"/>
              </a:spcAft>
              <a:buClr>
                <a:schemeClr val="dk1"/>
              </a:buClr>
              <a:buSzPts val="1600"/>
              <a:buFont typeface="Times"/>
              <a:buChar char="»"/>
              <a:defRPr sz="1600"/>
            </a:lvl6pPr>
            <a:lvl7pPr indent="-330200" lvl="6" marL="3200400" algn="l">
              <a:spcBef>
                <a:spcPts val="320"/>
              </a:spcBef>
              <a:spcAft>
                <a:spcPts val="0"/>
              </a:spcAft>
              <a:buClr>
                <a:schemeClr val="dk1"/>
              </a:buClr>
              <a:buSzPts val="1600"/>
              <a:buFont typeface="Times"/>
              <a:buChar char="»"/>
              <a:defRPr sz="1600"/>
            </a:lvl7pPr>
            <a:lvl8pPr indent="-330200" lvl="7" marL="3657600" algn="l">
              <a:spcBef>
                <a:spcPts val="320"/>
              </a:spcBef>
              <a:spcAft>
                <a:spcPts val="0"/>
              </a:spcAft>
              <a:buClr>
                <a:schemeClr val="dk1"/>
              </a:buClr>
              <a:buSzPts val="1600"/>
              <a:buFont typeface="Times"/>
              <a:buChar char="»"/>
              <a:defRPr sz="1600"/>
            </a:lvl8pPr>
            <a:lvl9pPr indent="-330200" lvl="8" marL="4114800" algn="l">
              <a:spcBef>
                <a:spcPts val="320"/>
              </a:spcBef>
              <a:spcAft>
                <a:spcPts val="0"/>
              </a:spcAft>
              <a:buClr>
                <a:schemeClr val="dk1"/>
              </a:buClr>
              <a:buSzPts val="1600"/>
              <a:buFont typeface="Times"/>
              <a:buChar char="»"/>
              <a:defRPr sz="1600"/>
            </a:lvl9pPr>
          </a:lstStyle>
          <a:p/>
        </p:txBody>
      </p:sp>
      <p:sp>
        <p:nvSpPr>
          <p:cNvPr id="70" name="Google Shape;70;p9"/>
          <p:cNvSpPr txBox="1"/>
          <p:nvPr>
            <p:ph idx="3" type="body"/>
          </p:nvPr>
        </p:nvSpPr>
        <p:spPr>
          <a:xfrm>
            <a:off x="5430838" y="3384550"/>
            <a:ext cx="4725987" cy="1409700"/>
          </a:xfrm>
          <a:prstGeom prst="rect">
            <a:avLst/>
          </a:prstGeom>
          <a:noFill/>
          <a:ln>
            <a:noFill/>
          </a:ln>
        </p:spPr>
        <p:txBody>
          <a:bodyPr anchorCtr="0" anchor="b" bIns="73700" lIns="147425" spcFirstLastPara="1" rIns="147425" wrap="square" tIns="73700">
            <a:noAutofit/>
          </a:bodyPr>
          <a:lstStyle>
            <a:lvl1pPr indent="-228600" lvl="0" marL="457200" algn="l">
              <a:spcBef>
                <a:spcPts val="480"/>
              </a:spcBef>
              <a:spcAft>
                <a:spcPts val="0"/>
              </a:spcAft>
              <a:buClr>
                <a:schemeClr val="dk1"/>
              </a:buClr>
              <a:buSzPts val="2400"/>
              <a:buFont typeface="Times"/>
              <a:buNone/>
              <a:defRPr b="1" sz="2400"/>
            </a:lvl1pPr>
            <a:lvl2pPr indent="-228600" lvl="1" marL="914400" algn="l">
              <a:spcBef>
                <a:spcPts val="400"/>
              </a:spcBef>
              <a:spcAft>
                <a:spcPts val="0"/>
              </a:spcAft>
              <a:buClr>
                <a:schemeClr val="dk1"/>
              </a:buClr>
              <a:buSzPts val="2000"/>
              <a:buFont typeface="Times"/>
              <a:buNone/>
              <a:defRPr b="1" sz="2000"/>
            </a:lvl2pPr>
            <a:lvl3pPr indent="-228600" lvl="2" marL="1371600" algn="l">
              <a:spcBef>
                <a:spcPts val="360"/>
              </a:spcBef>
              <a:spcAft>
                <a:spcPts val="0"/>
              </a:spcAft>
              <a:buClr>
                <a:schemeClr val="dk1"/>
              </a:buClr>
              <a:buSzPts val="1800"/>
              <a:buFont typeface="Times"/>
              <a:buNone/>
              <a:defRPr b="1" sz="1800"/>
            </a:lvl3pPr>
            <a:lvl4pPr indent="-228600" lvl="3" marL="1828800" algn="l">
              <a:spcBef>
                <a:spcPts val="320"/>
              </a:spcBef>
              <a:spcAft>
                <a:spcPts val="0"/>
              </a:spcAft>
              <a:buClr>
                <a:schemeClr val="dk1"/>
              </a:buClr>
              <a:buSzPts val="1600"/>
              <a:buFont typeface="Times"/>
              <a:buNone/>
              <a:defRPr b="1" sz="1600"/>
            </a:lvl4pPr>
            <a:lvl5pPr indent="-228600" lvl="4" marL="2286000" algn="l">
              <a:spcBef>
                <a:spcPts val="320"/>
              </a:spcBef>
              <a:spcAft>
                <a:spcPts val="0"/>
              </a:spcAft>
              <a:buClr>
                <a:schemeClr val="dk1"/>
              </a:buClr>
              <a:buSzPts val="1600"/>
              <a:buFont typeface="Times"/>
              <a:buNone/>
              <a:defRPr b="1" sz="1600"/>
            </a:lvl5pPr>
            <a:lvl6pPr indent="-228600" lvl="5" marL="2743200" algn="l">
              <a:spcBef>
                <a:spcPts val="320"/>
              </a:spcBef>
              <a:spcAft>
                <a:spcPts val="0"/>
              </a:spcAft>
              <a:buClr>
                <a:schemeClr val="dk1"/>
              </a:buClr>
              <a:buSzPts val="1600"/>
              <a:buFont typeface="Times"/>
              <a:buNone/>
              <a:defRPr b="1" sz="1600"/>
            </a:lvl6pPr>
            <a:lvl7pPr indent="-228600" lvl="6" marL="3200400" algn="l">
              <a:spcBef>
                <a:spcPts val="320"/>
              </a:spcBef>
              <a:spcAft>
                <a:spcPts val="0"/>
              </a:spcAft>
              <a:buClr>
                <a:schemeClr val="dk1"/>
              </a:buClr>
              <a:buSzPts val="1600"/>
              <a:buFont typeface="Times"/>
              <a:buNone/>
              <a:defRPr b="1" sz="1600"/>
            </a:lvl7pPr>
            <a:lvl8pPr indent="-228600" lvl="7" marL="3657600" algn="l">
              <a:spcBef>
                <a:spcPts val="320"/>
              </a:spcBef>
              <a:spcAft>
                <a:spcPts val="0"/>
              </a:spcAft>
              <a:buClr>
                <a:schemeClr val="dk1"/>
              </a:buClr>
              <a:buSzPts val="1600"/>
              <a:buFont typeface="Times"/>
              <a:buNone/>
              <a:defRPr b="1" sz="1600"/>
            </a:lvl8pPr>
            <a:lvl9pPr indent="-228600" lvl="8" marL="4114800" algn="l">
              <a:spcBef>
                <a:spcPts val="320"/>
              </a:spcBef>
              <a:spcAft>
                <a:spcPts val="0"/>
              </a:spcAft>
              <a:buClr>
                <a:schemeClr val="dk1"/>
              </a:buClr>
              <a:buSzPts val="1600"/>
              <a:buFont typeface="Times"/>
              <a:buNone/>
              <a:defRPr b="1" sz="1600"/>
            </a:lvl9pPr>
          </a:lstStyle>
          <a:p/>
        </p:txBody>
      </p:sp>
      <p:sp>
        <p:nvSpPr>
          <p:cNvPr id="71" name="Google Shape;71;p9"/>
          <p:cNvSpPr txBox="1"/>
          <p:nvPr>
            <p:ph idx="4" type="body"/>
          </p:nvPr>
        </p:nvSpPr>
        <p:spPr>
          <a:xfrm>
            <a:off x="5430838" y="4794250"/>
            <a:ext cx="4725987" cy="8710613"/>
          </a:xfrm>
          <a:prstGeom prst="rect">
            <a:avLst/>
          </a:prstGeom>
          <a:noFill/>
          <a:ln>
            <a:noFill/>
          </a:ln>
        </p:spPr>
        <p:txBody>
          <a:bodyPr anchorCtr="0" anchor="t" bIns="73700" lIns="147425" spcFirstLastPara="1" rIns="147425" wrap="square" tIns="73700">
            <a:noAutofit/>
          </a:bodyPr>
          <a:lstStyle>
            <a:lvl1pPr indent="-381000" lvl="0" marL="457200" algn="l">
              <a:spcBef>
                <a:spcPts val="480"/>
              </a:spcBef>
              <a:spcAft>
                <a:spcPts val="0"/>
              </a:spcAft>
              <a:buClr>
                <a:schemeClr val="dk1"/>
              </a:buClr>
              <a:buSzPts val="2400"/>
              <a:buFont typeface="Times"/>
              <a:buChar char="•"/>
              <a:defRPr sz="2400"/>
            </a:lvl1pPr>
            <a:lvl2pPr indent="-355600" lvl="1" marL="914400" algn="l">
              <a:spcBef>
                <a:spcPts val="400"/>
              </a:spcBef>
              <a:spcAft>
                <a:spcPts val="0"/>
              </a:spcAft>
              <a:buClr>
                <a:schemeClr val="dk1"/>
              </a:buClr>
              <a:buSzPts val="2000"/>
              <a:buFont typeface="Times"/>
              <a:buChar char="–"/>
              <a:defRPr sz="2000"/>
            </a:lvl2pPr>
            <a:lvl3pPr indent="-342900" lvl="2" marL="1371600" algn="l">
              <a:spcBef>
                <a:spcPts val="360"/>
              </a:spcBef>
              <a:spcAft>
                <a:spcPts val="0"/>
              </a:spcAft>
              <a:buClr>
                <a:schemeClr val="dk1"/>
              </a:buClr>
              <a:buSzPts val="1800"/>
              <a:buFont typeface="Times"/>
              <a:buChar char="•"/>
              <a:defRPr sz="1800"/>
            </a:lvl3pPr>
            <a:lvl4pPr indent="-330200" lvl="3" marL="1828800" algn="l">
              <a:spcBef>
                <a:spcPts val="320"/>
              </a:spcBef>
              <a:spcAft>
                <a:spcPts val="0"/>
              </a:spcAft>
              <a:buClr>
                <a:schemeClr val="dk1"/>
              </a:buClr>
              <a:buSzPts val="1600"/>
              <a:buFont typeface="Times"/>
              <a:buChar char="–"/>
              <a:defRPr sz="1600"/>
            </a:lvl4pPr>
            <a:lvl5pPr indent="-330200" lvl="4" marL="2286000" algn="l">
              <a:spcBef>
                <a:spcPts val="320"/>
              </a:spcBef>
              <a:spcAft>
                <a:spcPts val="0"/>
              </a:spcAft>
              <a:buClr>
                <a:schemeClr val="dk1"/>
              </a:buClr>
              <a:buSzPts val="1600"/>
              <a:buFont typeface="Times"/>
              <a:buChar char="»"/>
              <a:defRPr sz="1600"/>
            </a:lvl5pPr>
            <a:lvl6pPr indent="-330200" lvl="5" marL="2743200" algn="l">
              <a:spcBef>
                <a:spcPts val="320"/>
              </a:spcBef>
              <a:spcAft>
                <a:spcPts val="0"/>
              </a:spcAft>
              <a:buClr>
                <a:schemeClr val="dk1"/>
              </a:buClr>
              <a:buSzPts val="1600"/>
              <a:buFont typeface="Times"/>
              <a:buChar char="»"/>
              <a:defRPr sz="1600"/>
            </a:lvl6pPr>
            <a:lvl7pPr indent="-330200" lvl="6" marL="3200400" algn="l">
              <a:spcBef>
                <a:spcPts val="320"/>
              </a:spcBef>
              <a:spcAft>
                <a:spcPts val="0"/>
              </a:spcAft>
              <a:buClr>
                <a:schemeClr val="dk1"/>
              </a:buClr>
              <a:buSzPts val="1600"/>
              <a:buFont typeface="Times"/>
              <a:buChar char="»"/>
              <a:defRPr sz="1600"/>
            </a:lvl7pPr>
            <a:lvl8pPr indent="-330200" lvl="7" marL="3657600" algn="l">
              <a:spcBef>
                <a:spcPts val="320"/>
              </a:spcBef>
              <a:spcAft>
                <a:spcPts val="0"/>
              </a:spcAft>
              <a:buClr>
                <a:schemeClr val="dk1"/>
              </a:buClr>
              <a:buSzPts val="1600"/>
              <a:buFont typeface="Times"/>
              <a:buChar char="»"/>
              <a:defRPr sz="1600"/>
            </a:lvl8pPr>
            <a:lvl9pPr indent="-330200" lvl="8" marL="4114800" algn="l">
              <a:spcBef>
                <a:spcPts val="320"/>
              </a:spcBef>
              <a:spcAft>
                <a:spcPts val="0"/>
              </a:spcAft>
              <a:buClr>
                <a:schemeClr val="dk1"/>
              </a:buClr>
              <a:buSzPts val="1600"/>
              <a:buFont typeface="Times"/>
              <a:buChar char="»"/>
              <a:defRPr sz="1600"/>
            </a:lvl9pPr>
          </a:lstStyle>
          <a:p/>
        </p:txBody>
      </p:sp>
      <p:sp>
        <p:nvSpPr>
          <p:cNvPr id="72" name="Google Shape;72;p9"/>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9"/>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0"/>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10"/>
          <p:cNvSpPr txBox="1"/>
          <p:nvPr>
            <p:ph idx="1" type="body"/>
          </p:nvPr>
        </p:nvSpPr>
        <p:spPr>
          <a:xfrm>
            <a:off x="798513" y="4343400"/>
            <a:ext cx="4467225" cy="9070975"/>
          </a:xfrm>
          <a:prstGeom prst="rect">
            <a:avLst/>
          </a:prstGeom>
          <a:noFill/>
          <a:ln>
            <a:noFill/>
          </a:ln>
        </p:spPr>
        <p:txBody>
          <a:bodyPr anchorCtr="0" anchor="t" bIns="73700" lIns="147425" spcFirstLastPara="1" rIns="147425" wrap="square" tIns="73700">
            <a:noAutofit/>
          </a:bodyPr>
          <a:lstStyle>
            <a:lvl1pPr indent="-406400" lvl="0" marL="457200" algn="l">
              <a:spcBef>
                <a:spcPts val="560"/>
              </a:spcBef>
              <a:spcAft>
                <a:spcPts val="0"/>
              </a:spcAft>
              <a:buClr>
                <a:schemeClr val="dk1"/>
              </a:buClr>
              <a:buSzPts val="2800"/>
              <a:buFont typeface="Times"/>
              <a:buChar char="•"/>
              <a:defRPr sz="2800"/>
            </a:lvl1pPr>
            <a:lvl2pPr indent="-381000" lvl="1" marL="914400" algn="l">
              <a:spcBef>
                <a:spcPts val="480"/>
              </a:spcBef>
              <a:spcAft>
                <a:spcPts val="0"/>
              </a:spcAft>
              <a:buClr>
                <a:schemeClr val="dk1"/>
              </a:buClr>
              <a:buSzPts val="2400"/>
              <a:buFont typeface="Times"/>
              <a:buChar char="–"/>
              <a:defRPr sz="2400"/>
            </a:lvl2pPr>
            <a:lvl3pPr indent="-355600" lvl="2" marL="1371600" algn="l">
              <a:spcBef>
                <a:spcPts val="400"/>
              </a:spcBef>
              <a:spcAft>
                <a:spcPts val="0"/>
              </a:spcAft>
              <a:buClr>
                <a:schemeClr val="dk1"/>
              </a:buClr>
              <a:buSzPts val="2000"/>
              <a:buFont typeface="Times"/>
              <a:buChar char="•"/>
              <a:defRPr sz="2000"/>
            </a:lvl3pPr>
            <a:lvl4pPr indent="-342900" lvl="3" marL="1828800" algn="l">
              <a:spcBef>
                <a:spcPts val="360"/>
              </a:spcBef>
              <a:spcAft>
                <a:spcPts val="0"/>
              </a:spcAft>
              <a:buClr>
                <a:schemeClr val="dk1"/>
              </a:buClr>
              <a:buSzPts val="1800"/>
              <a:buFont typeface="Times"/>
              <a:buChar char="–"/>
              <a:defRPr sz="1800"/>
            </a:lvl4pPr>
            <a:lvl5pPr indent="-342900" lvl="4" marL="2286000" algn="l">
              <a:spcBef>
                <a:spcPts val="360"/>
              </a:spcBef>
              <a:spcAft>
                <a:spcPts val="0"/>
              </a:spcAft>
              <a:buClr>
                <a:schemeClr val="dk1"/>
              </a:buClr>
              <a:buSzPts val="1800"/>
              <a:buFont typeface="Times"/>
              <a:buChar char="»"/>
              <a:defRPr sz="1800"/>
            </a:lvl5pPr>
            <a:lvl6pPr indent="-342900" lvl="5" marL="2743200" algn="l">
              <a:spcBef>
                <a:spcPts val="360"/>
              </a:spcBef>
              <a:spcAft>
                <a:spcPts val="0"/>
              </a:spcAft>
              <a:buClr>
                <a:schemeClr val="dk1"/>
              </a:buClr>
              <a:buSzPts val="1800"/>
              <a:buFont typeface="Times"/>
              <a:buChar char="»"/>
              <a:defRPr sz="1800"/>
            </a:lvl6pPr>
            <a:lvl7pPr indent="-342900" lvl="6" marL="3200400" algn="l">
              <a:spcBef>
                <a:spcPts val="360"/>
              </a:spcBef>
              <a:spcAft>
                <a:spcPts val="0"/>
              </a:spcAft>
              <a:buClr>
                <a:schemeClr val="dk1"/>
              </a:buClr>
              <a:buSzPts val="1800"/>
              <a:buFont typeface="Times"/>
              <a:buChar char="»"/>
              <a:defRPr sz="1800"/>
            </a:lvl7pPr>
            <a:lvl8pPr indent="-342900" lvl="7" marL="3657600" algn="l">
              <a:spcBef>
                <a:spcPts val="360"/>
              </a:spcBef>
              <a:spcAft>
                <a:spcPts val="0"/>
              </a:spcAft>
              <a:buClr>
                <a:schemeClr val="dk1"/>
              </a:buClr>
              <a:buSzPts val="1800"/>
              <a:buFont typeface="Times"/>
              <a:buChar char="»"/>
              <a:defRPr sz="1800"/>
            </a:lvl8pPr>
            <a:lvl9pPr indent="-342900" lvl="8" marL="4114800" algn="l">
              <a:spcBef>
                <a:spcPts val="360"/>
              </a:spcBef>
              <a:spcAft>
                <a:spcPts val="0"/>
              </a:spcAft>
              <a:buClr>
                <a:schemeClr val="dk1"/>
              </a:buClr>
              <a:buSzPts val="1800"/>
              <a:buFont typeface="Times"/>
              <a:buChar char="»"/>
              <a:defRPr sz="1800"/>
            </a:lvl9pPr>
          </a:lstStyle>
          <a:p/>
        </p:txBody>
      </p:sp>
      <p:sp>
        <p:nvSpPr>
          <p:cNvPr id="78" name="Google Shape;78;p10"/>
          <p:cNvSpPr txBox="1"/>
          <p:nvPr>
            <p:ph idx="2" type="body"/>
          </p:nvPr>
        </p:nvSpPr>
        <p:spPr>
          <a:xfrm>
            <a:off x="5418138" y="4343400"/>
            <a:ext cx="4468812" cy="9070975"/>
          </a:xfrm>
          <a:prstGeom prst="rect">
            <a:avLst/>
          </a:prstGeom>
          <a:noFill/>
          <a:ln>
            <a:noFill/>
          </a:ln>
        </p:spPr>
        <p:txBody>
          <a:bodyPr anchorCtr="0" anchor="t" bIns="73700" lIns="147425" spcFirstLastPara="1" rIns="147425" wrap="square" tIns="73700">
            <a:noAutofit/>
          </a:bodyPr>
          <a:lstStyle>
            <a:lvl1pPr indent="-406400" lvl="0" marL="457200" algn="l">
              <a:spcBef>
                <a:spcPts val="560"/>
              </a:spcBef>
              <a:spcAft>
                <a:spcPts val="0"/>
              </a:spcAft>
              <a:buClr>
                <a:schemeClr val="dk1"/>
              </a:buClr>
              <a:buSzPts val="2800"/>
              <a:buFont typeface="Times"/>
              <a:buChar char="•"/>
              <a:defRPr sz="2800"/>
            </a:lvl1pPr>
            <a:lvl2pPr indent="-381000" lvl="1" marL="914400" algn="l">
              <a:spcBef>
                <a:spcPts val="480"/>
              </a:spcBef>
              <a:spcAft>
                <a:spcPts val="0"/>
              </a:spcAft>
              <a:buClr>
                <a:schemeClr val="dk1"/>
              </a:buClr>
              <a:buSzPts val="2400"/>
              <a:buFont typeface="Times"/>
              <a:buChar char="–"/>
              <a:defRPr sz="2400"/>
            </a:lvl2pPr>
            <a:lvl3pPr indent="-355600" lvl="2" marL="1371600" algn="l">
              <a:spcBef>
                <a:spcPts val="400"/>
              </a:spcBef>
              <a:spcAft>
                <a:spcPts val="0"/>
              </a:spcAft>
              <a:buClr>
                <a:schemeClr val="dk1"/>
              </a:buClr>
              <a:buSzPts val="2000"/>
              <a:buFont typeface="Times"/>
              <a:buChar char="•"/>
              <a:defRPr sz="2000"/>
            </a:lvl3pPr>
            <a:lvl4pPr indent="-342900" lvl="3" marL="1828800" algn="l">
              <a:spcBef>
                <a:spcPts val="360"/>
              </a:spcBef>
              <a:spcAft>
                <a:spcPts val="0"/>
              </a:spcAft>
              <a:buClr>
                <a:schemeClr val="dk1"/>
              </a:buClr>
              <a:buSzPts val="1800"/>
              <a:buFont typeface="Times"/>
              <a:buChar char="–"/>
              <a:defRPr sz="1800"/>
            </a:lvl4pPr>
            <a:lvl5pPr indent="-342900" lvl="4" marL="2286000" algn="l">
              <a:spcBef>
                <a:spcPts val="360"/>
              </a:spcBef>
              <a:spcAft>
                <a:spcPts val="0"/>
              </a:spcAft>
              <a:buClr>
                <a:schemeClr val="dk1"/>
              </a:buClr>
              <a:buSzPts val="1800"/>
              <a:buFont typeface="Times"/>
              <a:buChar char="»"/>
              <a:defRPr sz="1800"/>
            </a:lvl5pPr>
            <a:lvl6pPr indent="-342900" lvl="5" marL="2743200" algn="l">
              <a:spcBef>
                <a:spcPts val="360"/>
              </a:spcBef>
              <a:spcAft>
                <a:spcPts val="0"/>
              </a:spcAft>
              <a:buClr>
                <a:schemeClr val="dk1"/>
              </a:buClr>
              <a:buSzPts val="1800"/>
              <a:buFont typeface="Times"/>
              <a:buChar char="»"/>
              <a:defRPr sz="1800"/>
            </a:lvl6pPr>
            <a:lvl7pPr indent="-342900" lvl="6" marL="3200400" algn="l">
              <a:spcBef>
                <a:spcPts val="360"/>
              </a:spcBef>
              <a:spcAft>
                <a:spcPts val="0"/>
              </a:spcAft>
              <a:buClr>
                <a:schemeClr val="dk1"/>
              </a:buClr>
              <a:buSzPts val="1800"/>
              <a:buFont typeface="Times"/>
              <a:buChar char="»"/>
              <a:defRPr sz="1800"/>
            </a:lvl7pPr>
            <a:lvl8pPr indent="-342900" lvl="7" marL="3657600" algn="l">
              <a:spcBef>
                <a:spcPts val="360"/>
              </a:spcBef>
              <a:spcAft>
                <a:spcPts val="0"/>
              </a:spcAft>
              <a:buClr>
                <a:schemeClr val="dk1"/>
              </a:buClr>
              <a:buSzPts val="1800"/>
              <a:buFont typeface="Times"/>
              <a:buChar char="»"/>
              <a:defRPr sz="1800"/>
            </a:lvl8pPr>
            <a:lvl9pPr indent="-342900" lvl="8" marL="4114800" algn="l">
              <a:spcBef>
                <a:spcPts val="360"/>
              </a:spcBef>
              <a:spcAft>
                <a:spcPts val="0"/>
              </a:spcAft>
              <a:buClr>
                <a:schemeClr val="dk1"/>
              </a:buClr>
              <a:buSzPts val="1800"/>
              <a:buFont typeface="Times"/>
              <a:buChar char="»"/>
              <a:defRPr sz="1800"/>
            </a:lvl9pPr>
          </a:lstStyle>
          <a:p/>
        </p:txBody>
      </p:sp>
      <p:sp>
        <p:nvSpPr>
          <p:cNvPr id="79" name="Google Shape;79;p10"/>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2" name="Shape 82"/>
        <p:cNvGrpSpPr/>
        <p:nvPr/>
      </p:nvGrpSpPr>
      <p:grpSpPr>
        <a:xfrm>
          <a:off x="0" y="0"/>
          <a:ext cx="0" cy="0"/>
          <a:chOff x="0" y="0"/>
          <a:chExt cx="0" cy="0"/>
        </a:xfrm>
      </p:grpSpPr>
      <p:sp>
        <p:nvSpPr>
          <p:cNvPr id="83" name="Google Shape;83;p11"/>
          <p:cNvSpPr txBox="1"/>
          <p:nvPr>
            <p:ph type="title"/>
          </p:nvPr>
        </p:nvSpPr>
        <p:spPr>
          <a:xfrm>
            <a:off x="844550" y="9713913"/>
            <a:ext cx="9088438" cy="3003550"/>
          </a:xfrm>
          <a:prstGeom prst="rect">
            <a:avLst/>
          </a:prstGeom>
          <a:noFill/>
          <a:ln>
            <a:noFill/>
          </a:ln>
        </p:spPr>
        <p:txBody>
          <a:bodyPr anchorCtr="0" anchor="t" bIns="73700" lIns="147425" spcFirstLastPara="1" rIns="147425" wrap="square" tIns="73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4" name="Google Shape;84;p11"/>
          <p:cNvSpPr txBox="1"/>
          <p:nvPr>
            <p:ph idx="1" type="body"/>
          </p:nvPr>
        </p:nvSpPr>
        <p:spPr>
          <a:xfrm>
            <a:off x="844550" y="6407150"/>
            <a:ext cx="9088438" cy="3306763"/>
          </a:xfrm>
          <a:prstGeom prst="rect">
            <a:avLst/>
          </a:prstGeom>
          <a:noFill/>
          <a:ln>
            <a:noFill/>
          </a:ln>
        </p:spPr>
        <p:txBody>
          <a:bodyPr anchorCtr="0" anchor="b" bIns="73700" lIns="147425" spcFirstLastPara="1" rIns="147425" wrap="square" tIns="73700">
            <a:noAutofit/>
          </a:bodyPr>
          <a:lstStyle>
            <a:lvl1pPr indent="-228600" lvl="0" marL="457200" algn="l">
              <a:spcBef>
                <a:spcPts val="400"/>
              </a:spcBef>
              <a:spcAft>
                <a:spcPts val="0"/>
              </a:spcAft>
              <a:buClr>
                <a:schemeClr val="dk1"/>
              </a:buClr>
              <a:buSzPts val="2000"/>
              <a:buFont typeface="Times"/>
              <a:buNone/>
              <a:defRPr sz="2000"/>
            </a:lvl1pPr>
            <a:lvl2pPr indent="-228600" lvl="1" marL="914400" algn="l">
              <a:spcBef>
                <a:spcPts val="360"/>
              </a:spcBef>
              <a:spcAft>
                <a:spcPts val="0"/>
              </a:spcAft>
              <a:buClr>
                <a:schemeClr val="dk1"/>
              </a:buClr>
              <a:buSzPts val="1800"/>
              <a:buFont typeface="Times"/>
              <a:buNone/>
              <a:defRPr sz="1800"/>
            </a:lvl2pPr>
            <a:lvl3pPr indent="-228600" lvl="2" marL="1371600" algn="l">
              <a:spcBef>
                <a:spcPts val="320"/>
              </a:spcBef>
              <a:spcAft>
                <a:spcPts val="0"/>
              </a:spcAft>
              <a:buClr>
                <a:schemeClr val="dk1"/>
              </a:buClr>
              <a:buSzPts val="1600"/>
              <a:buFont typeface="Times"/>
              <a:buNone/>
              <a:defRPr sz="1600"/>
            </a:lvl3pPr>
            <a:lvl4pPr indent="-228600" lvl="3" marL="1828800" algn="l">
              <a:spcBef>
                <a:spcPts val="280"/>
              </a:spcBef>
              <a:spcAft>
                <a:spcPts val="0"/>
              </a:spcAft>
              <a:buClr>
                <a:schemeClr val="dk1"/>
              </a:buClr>
              <a:buSzPts val="1400"/>
              <a:buFont typeface="Times"/>
              <a:buNone/>
              <a:defRPr sz="1400"/>
            </a:lvl4pPr>
            <a:lvl5pPr indent="-228600" lvl="4" marL="2286000" algn="l">
              <a:spcBef>
                <a:spcPts val="280"/>
              </a:spcBef>
              <a:spcAft>
                <a:spcPts val="0"/>
              </a:spcAft>
              <a:buClr>
                <a:schemeClr val="dk1"/>
              </a:buClr>
              <a:buSzPts val="1400"/>
              <a:buFont typeface="Times"/>
              <a:buNone/>
              <a:defRPr sz="1400"/>
            </a:lvl5pPr>
            <a:lvl6pPr indent="-228600" lvl="5" marL="2743200" algn="l">
              <a:spcBef>
                <a:spcPts val="280"/>
              </a:spcBef>
              <a:spcAft>
                <a:spcPts val="0"/>
              </a:spcAft>
              <a:buClr>
                <a:schemeClr val="dk1"/>
              </a:buClr>
              <a:buSzPts val="1400"/>
              <a:buFont typeface="Times"/>
              <a:buNone/>
              <a:defRPr sz="1400"/>
            </a:lvl6pPr>
            <a:lvl7pPr indent="-228600" lvl="6" marL="3200400" algn="l">
              <a:spcBef>
                <a:spcPts val="280"/>
              </a:spcBef>
              <a:spcAft>
                <a:spcPts val="0"/>
              </a:spcAft>
              <a:buClr>
                <a:schemeClr val="dk1"/>
              </a:buClr>
              <a:buSzPts val="1400"/>
              <a:buFont typeface="Times"/>
              <a:buNone/>
              <a:defRPr sz="1400"/>
            </a:lvl7pPr>
            <a:lvl8pPr indent="-228600" lvl="7" marL="3657600" algn="l">
              <a:spcBef>
                <a:spcPts val="280"/>
              </a:spcBef>
              <a:spcAft>
                <a:spcPts val="0"/>
              </a:spcAft>
              <a:buClr>
                <a:schemeClr val="dk1"/>
              </a:buClr>
              <a:buSzPts val="1400"/>
              <a:buFont typeface="Times"/>
              <a:buNone/>
              <a:defRPr sz="1400"/>
            </a:lvl8pPr>
            <a:lvl9pPr indent="-228600" lvl="8" marL="4114800" algn="l">
              <a:spcBef>
                <a:spcPts val="280"/>
              </a:spcBef>
              <a:spcAft>
                <a:spcPts val="0"/>
              </a:spcAft>
              <a:buClr>
                <a:schemeClr val="dk1"/>
              </a:buClr>
              <a:buSzPts val="1400"/>
              <a:buFont typeface="Times"/>
              <a:buNone/>
              <a:defRPr sz="1400"/>
            </a:lvl9pPr>
          </a:lstStyle>
          <a:p/>
        </p:txBody>
      </p:sp>
      <p:sp>
        <p:nvSpPr>
          <p:cNvPr id="85" name="Google Shape;85;p11"/>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1"/>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1"/>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12"/>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12"/>
          <p:cNvSpPr txBox="1"/>
          <p:nvPr>
            <p:ph idx="1" type="body"/>
          </p:nvPr>
        </p:nvSpPr>
        <p:spPr>
          <a:xfrm>
            <a:off x="798512" y="4343400"/>
            <a:ext cx="9088437" cy="9070975"/>
          </a:xfrm>
          <a:prstGeom prst="rect">
            <a:avLst/>
          </a:prstGeom>
          <a:noFill/>
          <a:ln>
            <a:noFill/>
          </a:ln>
        </p:spPr>
        <p:txBody>
          <a:bodyPr anchorCtr="0" anchor="t" bIns="73700" lIns="147425" spcFirstLastPara="1" rIns="147425" wrap="square" tIns="73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1" name="Google Shape;91;p12"/>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2"/>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6.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nvSpPr>
        <p:spPr>
          <a:xfrm>
            <a:off x="360362" y="4019550"/>
            <a:ext cx="9967912" cy="10077450"/>
          </a:xfrm>
          <a:prstGeom prst="rect">
            <a:avLst/>
          </a:prstGeom>
          <a:solidFill>
            <a:srgbClr val="EAEAE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nvGrpSpPr>
          <p:cNvPr id="11" name="Google Shape;11;p1"/>
          <p:cNvGrpSpPr/>
          <p:nvPr/>
        </p:nvGrpSpPr>
        <p:grpSpPr>
          <a:xfrm>
            <a:off x="358775" y="368300"/>
            <a:ext cx="9969500" cy="2044700"/>
            <a:chOff x="226" y="232"/>
            <a:chExt cx="6280" cy="1288"/>
          </a:xfrm>
        </p:grpSpPr>
        <p:sp>
          <p:nvSpPr>
            <p:cNvPr id="12" name="Google Shape;12;p1"/>
            <p:cNvSpPr txBox="1"/>
            <p:nvPr/>
          </p:nvSpPr>
          <p:spPr>
            <a:xfrm>
              <a:off x="271" y="273"/>
              <a:ext cx="6189" cy="1247"/>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id="13" name="Google Shape;13;p1"/>
            <p:cNvPicPr preferRelativeResize="0"/>
            <p:nvPr/>
          </p:nvPicPr>
          <p:blipFill rotWithShape="1">
            <a:blip r:embed="rId1">
              <a:alphaModFix/>
            </a:blip>
            <a:srcRect b="0" l="0" r="0" t="0"/>
            <a:stretch/>
          </p:blipFill>
          <p:spPr>
            <a:xfrm>
              <a:off x="226" y="232"/>
              <a:ext cx="6280" cy="1247"/>
            </a:xfrm>
            <a:prstGeom prst="rect">
              <a:avLst/>
            </a:prstGeom>
            <a:noFill/>
            <a:ln>
              <a:noFill/>
            </a:ln>
          </p:spPr>
        </p:pic>
      </p:grpSp>
      <p:sp>
        <p:nvSpPr>
          <p:cNvPr id="14" name="Google Shape;14;p1"/>
          <p:cNvSpPr txBox="1"/>
          <p:nvPr/>
        </p:nvSpPr>
        <p:spPr>
          <a:xfrm>
            <a:off x="360362" y="14243050"/>
            <a:ext cx="9967912" cy="539750"/>
          </a:xfrm>
          <a:prstGeom prst="rect">
            <a:avLst/>
          </a:prstGeom>
          <a:solidFill>
            <a:srgbClr val="2EAE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id="15" name="Google Shape;15;p1"/>
          <p:cNvPicPr preferRelativeResize="0"/>
          <p:nvPr/>
        </p:nvPicPr>
        <p:blipFill rotWithShape="1">
          <a:blip r:embed="rId2">
            <a:alphaModFix/>
          </a:blip>
          <a:srcRect b="0" l="0" r="0" t="0"/>
          <a:stretch/>
        </p:blipFill>
        <p:spPr>
          <a:xfrm>
            <a:off x="657225" y="14355762"/>
            <a:ext cx="525462" cy="347662"/>
          </a:xfrm>
          <a:prstGeom prst="rect">
            <a:avLst/>
          </a:prstGeom>
          <a:noFill/>
          <a:ln>
            <a:noFill/>
          </a:ln>
        </p:spPr>
      </p:pic>
      <p:sp>
        <p:nvSpPr>
          <p:cNvPr id="16" name="Google Shape;16;p1"/>
          <p:cNvSpPr/>
          <p:nvPr/>
        </p:nvSpPr>
        <p:spPr>
          <a:xfrm>
            <a:off x="5629275" y="2936875"/>
            <a:ext cx="4408487" cy="1979612"/>
          </a:xfrm>
          <a:prstGeom prst="roundRect">
            <a:avLst>
              <a:gd fmla="val 16667" name="adj"/>
            </a:avLst>
          </a:prstGeom>
          <a:solidFill>
            <a:srgbClr val="D1F3F3"/>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7" name="Google Shape;17;p1"/>
          <p:cNvSpPr/>
          <p:nvPr/>
        </p:nvSpPr>
        <p:spPr>
          <a:xfrm>
            <a:off x="6932612" y="2651125"/>
            <a:ext cx="1800225" cy="431800"/>
          </a:xfrm>
          <a:prstGeom prst="ellipse">
            <a:avLst/>
          </a:prstGeom>
          <a:solidFill>
            <a:schemeClr val="lt1"/>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 name="Google Shape;18;p1"/>
          <p:cNvSpPr/>
          <p:nvPr/>
        </p:nvSpPr>
        <p:spPr>
          <a:xfrm>
            <a:off x="657225" y="2936875"/>
            <a:ext cx="4408487" cy="1979612"/>
          </a:xfrm>
          <a:prstGeom prst="roundRect">
            <a:avLst>
              <a:gd fmla="val 16667" name="adj"/>
            </a:avLst>
          </a:prstGeom>
          <a:solidFill>
            <a:srgbClr val="D1F3F3"/>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 name="Google Shape;19;p1"/>
          <p:cNvSpPr/>
          <p:nvPr/>
        </p:nvSpPr>
        <p:spPr>
          <a:xfrm>
            <a:off x="1960562" y="2651125"/>
            <a:ext cx="1800225" cy="431800"/>
          </a:xfrm>
          <a:prstGeom prst="ellipse">
            <a:avLst/>
          </a:prstGeom>
          <a:solidFill>
            <a:schemeClr val="lt1"/>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 name="Google Shape;20;p1"/>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1pPr>
            <a:lvl2pPr lvl="1"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2pPr>
            <a:lvl3pPr lvl="2"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3pPr>
            <a:lvl4pPr lvl="3"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4pPr>
            <a:lvl5pPr lvl="4"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5pPr>
            <a:lvl6pPr lvl="5"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6pPr>
            <a:lvl7pPr lvl="6"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7pPr>
            <a:lvl8pPr lvl="7"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8pPr>
            <a:lvl9pPr lvl="8"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9pPr>
          </a:lstStyle>
          <a:p/>
        </p:txBody>
      </p:sp>
      <p:sp>
        <p:nvSpPr>
          <p:cNvPr id="21" name="Google Shape;21;p1"/>
          <p:cNvSpPr txBox="1"/>
          <p:nvPr>
            <p:ph idx="1" type="body"/>
          </p:nvPr>
        </p:nvSpPr>
        <p:spPr>
          <a:xfrm>
            <a:off x="798512" y="4343400"/>
            <a:ext cx="9088437" cy="9070975"/>
          </a:xfrm>
          <a:prstGeom prst="rect">
            <a:avLst/>
          </a:prstGeom>
          <a:noFill/>
          <a:ln>
            <a:noFill/>
          </a:ln>
        </p:spPr>
        <p:txBody>
          <a:bodyPr anchorCtr="0" anchor="t" bIns="73700" lIns="147425" spcFirstLastPara="1" rIns="147425" wrap="square" tIns="73700">
            <a:noAutofit/>
          </a:bodyPr>
          <a:lstStyle>
            <a:lvl1pPr indent="-558800" lvl="0" marL="457200" marR="0" rtl="0" algn="l">
              <a:spcBef>
                <a:spcPts val="1040"/>
              </a:spcBef>
              <a:spcAft>
                <a:spcPts val="0"/>
              </a:spcAft>
              <a:buClr>
                <a:schemeClr val="dk1"/>
              </a:buClr>
              <a:buSzPts val="5200"/>
              <a:buFont typeface="Times"/>
              <a:buChar char="•"/>
              <a:defRPr b="0" i="0" sz="5200" u="none" cap="none" strike="noStrike">
                <a:solidFill>
                  <a:schemeClr val="dk1"/>
                </a:solidFill>
                <a:latin typeface="Times"/>
                <a:ea typeface="Times"/>
                <a:cs typeface="Times"/>
                <a:sym typeface="Times"/>
              </a:defRPr>
            </a:lvl1pPr>
            <a:lvl2pPr indent="-514350" lvl="1" marL="914400" marR="0" rtl="0" algn="l">
              <a:spcBef>
                <a:spcPts val="900"/>
              </a:spcBef>
              <a:spcAft>
                <a:spcPts val="0"/>
              </a:spcAft>
              <a:buClr>
                <a:schemeClr val="dk1"/>
              </a:buClr>
              <a:buSzPts val="4500"/>
              <a:buFont typeface="Times"/>
              <a:buChar char="–"/>
              <a:defRPr b="0" i="0" sz="4500" u="none" cap="none" strike="noStrike">
                <a:solidFill>
                  <a:schemeClr val="dk1"/>
                </a:solidFill>
                <a:latin typeface="Times"/>
                <a:ea typeface="Times"/>
                <a:cs typeface="Times"/>
                <a:sym typeface="Times"/>
              </a:defRPr>
            </a:lvl2pPr>
            <a:lvl3pPr indent="-476250" lvl="2" marL="1371600" marR="0" rtl="0" algn="l">
              <a:spcBef>
                <a:spcPts val="780"/>
              </a:spcBef>
              <a:spcAft>
                <a:spcPts val="0"/>
              </a:spcAft>
              <a:buClr>
                <a:schemeClr val="dk1"/>
              </a:buClr>
              <a:buSzPts val="3900"/>
              <a:buFont typeface="Times"/>
              <a:buChar char="•"/>
              <a:defRPr b="0" i="0" sz="3900" u="none" cap="none" strike="noStrike">
                <a:solidFill>
                  <a:schemeClr val="dk1"/>
                </a:solidFill>
                <a:latin typeface="Times"/>
                <a:ea typeface="Times"/>
                <a:cs typeface="Times"/>
                <a:sym typeface="Times"/>
              </a:defRPr>
            </a:lvl3pPr>
            <a:lvl4pPr indent="-431800" lvl="3" marL="18288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4pPr>
            <a:lvl5pPr indent="-431800" lvl="4" marL="22860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5pPr>
            <a:lvl6pPr indent="-431800" lvl="5" marL="27432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6pPr>
            <a:lvl7pPr indent="-431800" lvl="6" marL="32004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7pPr>
            <a:lvl8pPr indent="-431800" lvl="7" marL="36576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8pPr>
            <a:lvl9pPr indent="-431800" lvl="8" marL="41148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9pPr>
          </a:lstStyle>
          <a:p/>
        </p:txBody>
      </p:sp>
      <p:sp>
        <p:nvSpPr>
          <p:cNvPr id="22" name="Google Shape;22;p1"/>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marR="0" rtl="0" algn="l">
              <a:lnSpc>
                <a:spcPct val="100000"/>
              </a:lnSpc>
              <a:spcBef>
                <a:spcPts val="0"/>
              </a:spcBef>
              <a:spcAft>
                <a:spcPts val="0"/>
              </a:spcAft>
              <a:buSzPts val="1400"/>
              <a:buNone/>
              <a:defRPr b="0" i="0" sz="2400" u="none">
                <a:solidFill>
                  <a:schemeClr val="dk1"/>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9pPr>
          </a:lstStyle>
          <a:p/>
        </p:txBody>
      </p:sp>
      <p:sp>
        <p:nvSpPr>
          <p:cNvPr id="23" name="Google Shape;23;p1"/>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marR="0" rtl="0" algn="l">
              <a:lnSpc>
                <a:spcPct val="100000"/>
              </a:lnSpc>
              <a:spcBef>
                <a:spcPts val="0"/>
              </a:spcBef>
              <a:spcAft>
                <a:spcPts val="0"/>
              </a:spcAft>
              <a:buSzPts val="1400"/>
              <a:buNone/>
              <a:defRPr b="0" i="0" sz="2400" u="none">
                <a:solidFill>
                  <a:schemeClr val="dk1"/>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9pPr>
          </a:lstStyle>
          <a:p/>
        </p:txBody>
      </p:sp>
      <p:sp>
        <p:nvSpPr>
          <p:cNvPr id="24" name="Google Shape;24;p1"/>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40" Type="http://schemas.openxmlformats.org/officeDocument/2006/relationships/image" Target="../media/image47.jpg"/><Relationship Id="rId42" Type="http://schemas.openxmlformats.org/officeDocument/2006/relationships/image" Target="../media/image48.png"/><Relationship Id="rId41" Type="http://schemas.openxmlformats.org/officeDocument/2006/relationships/image" Target="../media/image59.png"/><Relationship Id="rId44" Type="http://schemas.openxmlformats.org/officeDocument/2006/relationships/image" Target="../media/image51.jpg"/><Relationship Id="rId43" Type="http://schemas.openxmlformats.org/officeDocument/2006/relationships/image" Target="../media/image64.png"/><Relationship Id="rId46" Type="http://schemas.openxmlformats.org/officeDocument/2006/relationships/image" Target="../media/image77.jpg"/><Relationship Id="rId45" Type="http://schemas.openxmlformats.org/officeDocument/2006/relationships/image" Target="../media/image58.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23.png"/><Relationship Id="rId9" Type="http://schemas.openxmlformats.org/officeDocument/2006/relationships/image" Target="../media/image18.jpg"/><Relationship Id="rId48" Type="http://schemas.openxmlformats.org/officeDocument/2006/relationships/image" Target="../media/image63.jpg"/><Relationship Id="rId47" Type="http://schemas.openxmlformats.org/officeDocument/2006/relationships/image" Target="../media/image69.jpg"/><Relationship Id="rId49" Type="http://schemas.openxmlformats.org/officeDocument/2006/relationships/image" Target="../media/image53.jpg"/><Relationship Id="rId5" Type="http://schemas.openxmlformats.org/officeDocument/2006/relationships/image" Target="../media/image16.jpg"/><Relationship Id="rId6" Type="http://schemas.openxmlformats.org/officeDocument/2006/relationships/image" Target="../media/image5.jpg"/><Relationship Id="rId7" Type="http://schemas.openxmlformats.org/officeDocument/2006/relationships/image" Target="../media/image9.jpg"/><Relationship Id="rId8" Type="http://schemas.openxmlformats.org/officeDocument/2006/relationships/image" Target="../media/image2.jpg"/><Relationship Id="rId31" Type="http://schemas.openxmlformats.org/officeDocument/2006/relationships/image" Target="../media/image46.jpg"/><Relationship Id="rId30" Type="http://schemas.openxmlformats.org/officeDocument/2006/relationships/image" Target="../media/image57.jpg"/><Relationship Id="rId33" Type="http://schemas.openxmlformats.org/officeDocument/2006/relationships/image" Target="../media/image45.jpg"/><Relationship Id="rId32" Type="http://schemas.openxmlformats.org/officeDocument/2006/relationships/image" Target="../media/image44.png"/><Relationship Id="rId35" Type="http://schemas.openxmlformats.org/officeDocument/2006/relationships/image" Target="../media/image66.png"/><Relationship Id="rId34" Type="http://schemas.openxmlformats.org/officeDocument/2006/relationships/image" Target="../media/image49.jpg"/><Relationship Id="rId37" Type="http://schemas.openxmlformats.org/officeDocument/2006/relationships/image" Target="../media/image55.jpg"/><Relationship Id="rId36" Type="http://schemas.openxmlformats.org/officeDocument/2006/relationships/image" Target="../media/image61.png"/><Relationship Id="rId39" Type="http://schemas.openxmlformats.org/officeDocument/2006/relationships/image" Target="../media/image52.jpg"/><Relationship Id="rId38" Type="http://schemas.openxmlformats.org/officeDocument/2006/relationships/image" Target="../media/image54.jpg"/><Relationship Id="rId61" Type="http://schemas.openxmlformats.org/officeDocument/2006/relationships/image" Target="../media/image71.jpg"/><Relationship Id="rId20" Type="http://schemas.openxmlformats.org/officeDocument/2006/relationships/image" Target="../media/image35.jpg"/><Relationship Id="rId22" Type="http://schemas.openxmlformats.org/officeDocument/2006/relationships/image" Target="../media/image42.jpg"/><Relationship Id="rId21" Type="http://schemas.openxmlformats.org/officeDocument/2006/relationships/image" Target="../media/image68.jpg"/><Relationship Id="rId24" Type="http://schemas.openxmlformats.org/officeDocument/2006/relationships/image" Target="../media/image34.jpg"/><Relationship Id="rId23" Type="http://schemas.openxmlformats.org/officeDocument/2006/relationships/image" Target="../media/image37.jpg"/><Relationship Id="rId60" Type="http://schemas.openxmlformats.org/officeDocument/2006/relationships/image" Target="../media/image73.jpg"/><Relationship Id="rId26" Type="http://schemas.openxmlformats.org/officeDocument/2006/relationships/image" Target="../media/image33.jpg"/><Relationship Id="rId25" Type="http://schemas.openxmlformats.org/officeDocument/2006/relationships/image" Target="../media/image50.jpg"/><Relationship Id="rId28" Type="http://schemas.openxmlformats.org/officeDocument/2006/relationships/image" Target="../media/image43.jpg"/><Relationship Id="rId27" Type="http://schemas.openxmlformats.org/officeDocument/2006/relationships/image" Target="../media/image39.jpg"/><Relationship Id="rId29" Type="http://schemas.openxmlformats.org/officeDocument/2006/relationships/image" Target="../media/image40.jpg"/><Relationship Id="rId51" Type="http://schemas.openxmlformats.org/officeDocument/2006/relationships/image" Target="../media/image74.jpg"/><Relationship Id="rId50" Type="http://schemas.openxmlformats.org/officeDocument/2006/relationships/image" Target="../media/image60.jpg"/><Relationship Id="rId53" Type="http://schemas.openxmlformats.org/officeDocument/2006/relationships/image" Target="../media/image56.jpg"/><Relationship Id="rId52" Type="http://schemas.openxmlformats.org/officeDocument/2006/relationships/image" Target="../media/image67.jpg"/><Relationship Id="rId11" Type="http://schemas.openxmlformats.org/officeDocument/2006/relationships/image" Target="../media/image25.jpg"/><Relationship Id="rId55" Type="http://schemas.openxmlformats.org/officeDocument/2006/relationships/image" Target="../media/image78.jpg"/><Relationship Id="rId10" Type="http://schemas.openxmlformats.org/officeDocument/2006/relationships/image" Target="../media/image17.jpg"/><Relationship Id="rId54" Type="http://schemas.openxmlformats.org/officeDocument/2006/relationships/image" Target="../media/image79.jpg"/><Relationship Id="rId13" Type="http://schemas.openxmlformats.org/officeDocument/2006/relationships/image" Target="../media/image3.jpg"/><Relationship Id="rId57" Type="http://schemas.openxmlformats.org/officeDocument/2006/relationships/image" Target="../media/image76.png"/><Relationship Id="rId12" Type="http://schemas.openxmlformats.org/officeDocument/2006/relationships/image" Target="../media/image4.jpg"/><Relationship Id="rId56" Type="http://schemas.openxmlformats.org/officeDocument/2006/relationships/image" Target="../media/image62.jpg"/><Relationship Id="rId15" Type="http://schemas.openxmlformats.org/officeDocument/2006/relationships/image" Target="../media/image13.jpg"/><Relationship Id="rId59" Type="http://schemas.openxmlformats.org/officeDocument/2006/relationships/image" Target="../media/image65.jpg"/><Relationship Id="rId14" Type="http://schemas.openxmlformats.org/officeDocument/2006/relationships/image" Target="../media/image14.jpg"/><Relationship Id="rId58" Type="http://schemas.openxmlformats.org/officeDocument/2006/relationships/image" Target="../media/image72.png"/><Relationship Id="rId17" Type="http://schemas.openxmlformats.org/officeDocument/2006/relationships/image" Target="../media/image12.jpg"/><Relationship Id="rId16" Type="http://schemas.openxmlformats.org/officeDocument/2006/relationships/image" Target="../media/image6.jpg"/><Relationship Id="rId19" Type="http://schemas.openxmlformats.org/officeDocument/2006/relationships/image" Target="../media/image31.jpg"/><Relationship Id="rId18"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3"/>
          <p:cNvSpPr txBox="1"/>
          <p:nvPr/>
        </p:nvSpPr>
        <p:spPr>
          <a:xfrm>
            <a:off x="7402512" y="6205537"/>
            <a:ext cx="2362200" cy="14478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cxnSp>
        <p:nvCxnSpPr>
          <p:cNvPr id="100" name="Google Shape;100;p13"/>
          <p:cNvCxnSpPr/>
          <p:nvPr/>
        </p:nvCxnSpPr>
        <p:spPr>
          <a:xfrm>
            <a:off x="773112" y="5848350"/>
            <a:ext cx="9067800" cy="1587"/>
          </a:xfrm>
          <a:prstGeom prst="straightConnector1">
            <a:avLst/>
          </a:prstGeom>
          <a:noFill/>
          <a:ln cap="flat" cmpd="sng" w="9525">
            <a:solidFill>
              <a:srgbClr val="C00000"/>
            </a:solidFill>
            <a:prstDash val="solid"/>
            <a:miter lim="800000"/>
            <a:headEnd len="med" w="med" type="oval"/>
            <a:tailEnd len="med" w="med" type="oval"/>
          </a:ln>
        </p:spPr>
      </p:cxnSp>
      <p:grpSp>
        <p:nvGrpSpPr>
          <p:cNvPr id="101" name="Google Shape;101;p13"/>
          <p:cNvGrpSpPr/>
          <p:nvPr/>
        </p:nvGrpSpPr>
        <p:grpSpPr>
          <a:xfrm>
            <a:off x="620712" y="8396287"/>
            <a:ext cx="9448800" cy="365125"/>
            <a:chOff x="620713" y="8243888"/>
            <a:chExt cx="9448800" cy="365125"/>
          </a:xfrm>
        </p:grpSpPr>
        <p:pic>
          <p:nvPicPr>
            <p:cNvPr id="102" name="Google Shape;102;p13"/>
            <p:cNvPicPr preferRelativeResize="0"/>
            <p:nvPr/>
          </p:nvPicPr>
          <p:blipFill rotWithShape="1">
            <a:blip r:embed="rId3">
              <a:alphaModFix/>
            </a:blip>
            <a:srcRect b="0" l="0" r="0" t="0"/>
            <a:stretch/>
          </p:blipFill>
          <p:spPr>
            <a:xfrm>
              <a:off x="658813" y="8243888"/>
              <a:ext cx="9371012" cy="365125"/>
            </a:xfrm>
            <a:prstGeom prst="rect">
              <a:avLst/>
            </a:prstGeom>
            <a:noFill/>
            <a:ln>
              <a:noFill/>
            </a:ln>
          </p:spPr>
        </p:pic>
        <p:sp>
          <p:nvSpPr>
            <p:cNvPr id="103" name="Google Shape;103;p13"/>
            <p:cNvSpPr txBox="1"/>
            <p:nvPr/>
          </p:nvSpPr>
          <p:spPr>
            <a:xfrm>
              <a:off x="620713" y="8304213"/>
              <a:ext cx="9448800" cy="24606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Description</a:t>
              </a:r>
              <a:endParaRPr/>
            </a:p>
          </p:txBody>
        </p:sp>
      </p:grpSp>
      <p:sp>
        <p:nvSpPr>
          <p:cNvPr id="104" name="Google Shape;104;p13"/>
          <p:cNvSpPr txBox="1"/>
          <p:nvPr>
            <p:ph type="ctrTitle"/>
          </p:nvPr>
        </p:nvSpPr>
        <p:spPr>
          <a:xfrm>
            <a:off x="393700" y="623887"/>
            <a:ext cx="9906000" cy="452400"/>
          </a:xfrm>
          <a:prstGeom prst="rect">
            <a:avLst/>
          </a:prstGeom>
          <a:noFill/>
          <a:ln>
            <a:noFill/>
          </a:ln>
        </p:spPr>
        <p:txBody>
          <a:bodyPr anchorCtr="1" anchor="t" bIns="0" lIns="0" spcFirstLastPara="1" rIns="0" wrap="square" tIns="0">
            <a:spAutoFit/>
          </a:bodyPr>
          <a:lstStyle/>
          <a:p>
            <a:pPr indent="0" lvl="0" marL="0" rtl="0" algn="ctr">
              <a:lnSpc>
                <a:spcPct val="105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Face Processing in Video</a:t>
            </a:r>
            <a:endParaRPr/>
          </a:p>
        </p:txBody>
      </p:sp>
      <p:pic>
        <p:nvPicPr>
          <p:cNvPr id="105" name="Google Shape;105;p13"/>
          <p:cNvPicPr preferRelativeResize="0"/>
          <p:nvPr/>
        </p:nvPicPr>
        <p:blipFill rotWithShape="1">
          <a:blip r:embed="rId4">
            <a:alphaModFix/>
          </a:blip>
          <a:srcRect b="0" l="0" r="0" t="0"/>
          <a:stretch/>
        </p:blipFill>
        <p:spPr>
          <a:xfrm>
            <a:off x="658812" y="5257800"/>
            <a:ext cx="9371012" cy="363537"/>
          </a:xfrm>
          <a:prstGeom prst="rect">
            <a:avLst/>
          </a:prstGeom>
          <a:noFill/>
          <a:ln>
            <a:noFill/>
          </a:ln>
        </p:spPr>
      </p:pic>
      <p:sp>
        <p:nvSpPr>
          <p:cNvPr id="106" name="Google Shape;106;p13"/>
          <p:cNvSpPr txBox="1"/>
          <p:nvPr/>
        </p:nvSpPr>
        <p:spPr>
          <a:xfrm>
            <a:off x="620712" y="5318125"/>
            <a:ext cx="9448800" cy="24606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Overview</a:t>
            </a:r>
            <a:endParaRPr/>
          </a:p>
        </p:txBody>
      </p:sp>
      <p:sp>
        <p:nvSpPr>
          <p:cNvPr id="107" name="Google Shape;107;p13"/>
          <p:cNvSpPr txBox="1"/>
          <p:nvPr/>
        </p:nvSpPr>
        <p:spPr>
          <a:xfrm>
            <a:off x="7023100" y="1839912"/>
            <a:ext cx="2228850" cy="193675"/>
          </a:xfrm>
          <a:prstGeom prst="rect">
            <a:avLst/>
          </a:prstGeom>
          <a:noFill/>
          <a:ln>
            <a:noFill/>
          </a:ln>
        </p:spPr>
        <p:txBody>
          <a:bodyPr anchorCtr="1" anchor="t" bIns="0" lIns="0" spcFirstLastPara="1" rIns="0" wrap="square" tIns="0">
            <a:spAutoFit/>
          </a:bodyPr>
          <a:lstStyle/>
          <a:p>
            <a:pPr indent="0" lvl="0" marL="0" marR="0" rtl="0" algn="ctr">
              <a:lnSpc>
                <a:spcPct val="105000"/>
              </a:lnSpc>
              <a:spcBef>
                <a:spcPts val="0"/>
              </a:spcBef>
              <a:spcAft>
                <a:spcPts val="0"/>
              </a:spcAft>
              <a:buClr>
                <a:schemeClr val="lt1"/>
              </a:buClr>
              <a:buSzPts val="1600"/>
              <a:buFont typeface="Arial"/>
              <a:buNone/>
            </a:pPr>
            <a:r>
              <a:rPr b="1" baseline="30000" i="0" lang="en-US" sz="1600" u="none">
                <a:solidFill>
                  <a:schemeClr val="lt1"/>
                </a:solidFill>
                <a:latin typeface="Arial"/>
                <a:ea typeface="Arial"/>
                <a:cs typeface="Arial"/>
                <a:sym typeface="Arial"/>
              </a:rPr>
              <a:t>3</a:t>
            </a:r>
            <a:r>
              <a:rPr b="0" i="0" lang="en-US" sz="1200" u="none">
                <a:solidFill>
                  <a:schemeClr val="lt1"/>
                </a:solidFill>
                <a:latin typeface="Arial"/>
                <a:ea typeface="Arial"/>
                <a:cs typeface="Arial"/>
                <a:sym typeface="Arial"/>
              </a:rPr>
              <a:t> National Institute of Informatics</a:t>
            </a:r>
            <a:endParaRPr/>
          </a:p>
        </p:txBody>
      </p:sp>
      <p:sp>
        <p:nvSpPr>
          <p:cNvPr id="108" name="Google Shape;108;p13"/>
          <p:cNvSpPr txBox="1"/>
          <p:nvPr/>
        </p:nvSpPr>
        <p:spPr>
          <a:xfrm>
            <a:off x="2089150" y="2720975"/>
            <a:ext cx="152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98195"/>
              </a:buClr>
              <a:buSzPts val="1200"/>
              <a:buFont typeface="Tahoma"/>
              <a:buNone/>
            </a:pPr>
            <a:r>
              <a:rPr b="1" i="0" lang="en-US" sz="1200" u="none">
                <a:solidFill>
                  <a:srgbClr val="098195"/>
                </a:solidFill>
                <a:latin typeface="Tahoma"/>
                <a:ea typeface="Tahoma"/>
                <a:cs typeface="Tahoma"/>
                <a:sym typeface="Tahoma"/>
              </a:rPr>
              <a:t>What ?</a:t>
            </a:r>
            <a:endParaRPr/>
          </a:p>
        </p:txBody>
      </p:sp>
      <p:sp>
        <p:nvSpPr>
          <p:cNvPr id="109" name="Google Shape;109;p13"/>
          <p:cNvSpPr txBox="1"/>
          <p:nvPr/>
        </p:nvSpPr>
        <p:spPr>
          <a:xfrm>
            <a:off x="7051675" y="2720975"/>
            <a:ext cx="152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98195"/>
              </a:buClr>
              <a:buSzPts val="1200"/>
              <a:buFont typeface="Tahoma"/>
              <a:buNone/>
            </a:pPr>
            <a:r>
              <a:rPr b="1" i="0" lang="en-US" sz="1200" u="none">
                <a:solidFill>
                  <a:srgbClr val="098195"/>
                </a:solidFill>
                <a:latin typeface="Tahoma"/>
                <a:ea typeface="Tahoma"/>
                <a:cs typeface="Tahoma"/>
                <a:sym typeface="Tahoma"/>
              </a:rPr>
              <a:t>Why ?</a:t>
            </a:r>
            <a:endParaRPr/>
          </a:p>
        </p:txBody>
      </p:sp>
      <p:sp>
        <p:nvSpPr>
          <p:cNvPr id="110" name="Google Shape;110;p13"/>
          <p:cNvSpPr txBox="1"/>
          <p:nvPr/>
        </p:nvSpPr>
        <p:spPr>
          <a:xfrm>
            <a:off x="1098550" y="1233487"/>
            <a:ext cx="20574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Tác giả thứ nhất</a:t>
            </a:r>
            <a:r>
              <a:rPr b="1" baseline="30000" i="0" lang="en-US" sz="1600" u="none">
                <a:solidFill>
                  <a:schemeClr val="lt1"/>
                </a:solidFill>
                <a:latin typeface="Arial"/>
                <a:ea typeface="Arial"/>
                <a:cs typeface="Arial"/>
                <a:sym typeface="Arial"/>
              </a:rPr>
              <a:t>1,3</a:t>
            </a:r>
            <a:r>
              <a:rPr b="1" i="0" lang="en-US" sz="1600" u="none">
                <a:solidFill>
                  <a:schemeClr val="lt1"/>
                </a:solidFill>
                <a:latin typeface="Arial"/>
                <a:ea typeface="Arial"/>
                <a:cs typeface="Arial"/>
                <a:sym typeface="Arial"/>
              </a:rPr>
              <a:t> </a:t>
            </a:r>
            <a:endParaRPr/>
          </a:p>
        </p:txBody>
      </p:sp>
      <p:sp>
        <p:nvSpPr>
          <p:cNvPr id="111" name="Google Shape;111;p13"/>
          <p:cNvSpPr txBox="1"/>
          <p:nvPr/>
        </p:nvSpPr>
        <p:spPr>
          <a:xfrm>
            <a:off x="3440112" y="1233487"/>
            <a:ext cx="23622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Tác giả thứ 2</a:t>
            </a:r>
            <a:r>
              <a:rPr b="1" baseline="30000" i="0" lang="en-US" sz="1600" u="none">
                <a:solidFill>
                  <a:schemeClr val="lt1"/>
                </a:solidFill>
                <a:latin typeface="Arial"/>
                <a:ea typeface="Arial"/>
                <a:cs typeface="Arial"/>
                <a:sym typeface="Arial"/>
              </a:rPr>
              <a:t>2</a:t>
            </a:r>
            <a:r>
              <a:rPr b="1" i="0" lang="en-US" sz="1600" u="none">
                <a:solidFill>
                  <a:schemeClr val="lt1"/>
                </a:solidFill>
                <a:latin typeface="Arial"/>
                <a:ea typeface="Arial"/>
                <a:cs typeface="Arial"/>
                <a:sym typeface="Arial"/>
              </a:rPr>
              <a:t> </a:t>
            </a:r>
            <a:endParaRPr/>
          </a:p>
        </p:txBody>
      </p:sp>
      <p:sp>
        <p:nvSpPr>
          <p:cNvPr id="112" name="Google Shape;112;p13"/>
          <p:cNvSpPr txBox="1"/>
          <p:nvPr/>
        </p:nvSpPr>
        <p:spPr>
          <a:xfrm>
            <a:off x="6030912" y="1233487"/>
            <a:ext cx="404018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Tác giả thứ 3 </a:t>
            </a:r>
            <a:r>
              <a:rPr b="1" baseline="30000" i="0" lang="en-US" sz="1600" u="none">
                <a:solidFill>
                  <a:schemeClr val="lt1"/>
                </a:solidFill>
                <a:latin typeface="Arial"/>
                <a:ea typeface="Arial"/>
                <a:cs typeface="Arial"/>
                <a:sym typeface="Arial"/>
              </a:rPr>
              <a:t>3,1</a:t>
            </a:r>
            <a:r>
              <a:rPr b="1" i="0" lang="en-US" sz="1600" u="none">
                <a:solidFill>
                  <a:schemeClr val="lt1"/>
                </a:solidFill>
                <a:latin typeface="Arial"/>
                <a:ea typeface="Arial"/>
                <a:cs typeface="Arial"/>
                <a:sym typeface="Arial"/>
              </a:rPr>
              <a:t>  </a:t>
            </a:r>
            <a:r>
              <a:rPr b="0" i="1" lang="en-US" sz="1400" u="none">
                <a:solidFill>
                  <a:schemeClr val="lt1"/>
                </a:solidFill>
                <a:latin typeface="Arial"/>
                <a:ea typeface="Arial"/>
                <a:cs typeface="Arial"/>
                <a:sym typeface="Arial"/>
              </a:rPr>
              <a:t>and</a:t>
            </a:r>
            <a:r>
              <a:rPr b="1" i="0" lang="en-US" sz="1600" u="none">
                <a:solidFill>
                  <a:schemeClr val="lt1"/>
                </a:solidFill>
                <a:latin typeface="Arial"/>
                <a:ea typeface="Arial"/>
                <a:cs typeface="Arial"/>
                <a:sym typeface="Arial"/>
              </a:rPr>
              <a:t>  Tác giả thứ 4 </a:t>
            </a:r>
            <a:r>
              <a:rPr b="1" baseline="30000" i="0" lang="en-US" sz="1600" u="none">
                <a:solidFill>
                  <a:schemeClr val="lt1"/>
                </a:solidFill>
                <a:latin typeface="Arial"/>
                <a:ea typeface="Arial"/>
                <a:cs typeface="Arial"/>
                <a:sym typeface="Arial"/>
              </a:rPr>
              <a:t>3,1  </a:t>
            </a:r>
            <a:endParaRPr/>
          </a:p>
        </p:txBody>
      </p:sp>
      <p:sp>
        <p:nvSpPr>
          <p:cNvPr id="113" name="Google Shape;113;p13"/>
          <p:cNvSpPr txBox="1"/>
          <p:nvPr/>
        </p:nvSpPr>
        <p:spPr>
          <a:xfrm>
            <a:off x="849312" y="1760537"/>
            <a:ext cx="2895600" cy="180975"/>
          </a:xfrm>
          <a:prstGeom prst="rect">
            <a:avLst/>
          </a:prstGeom>
          <a:noFill/>
          <a:ln>
            <a:noFill/>
          </a:ln>
        </p:spPr>
        <p:txBody>
          <a:bodyPr anchorCtr="1" anchor="t" bIns="0" lIns="0" spcFirstLastPara="1" rIns="0" wrap="square" tIns="0">
            <a:spAutoFit/>
          </a:bodyPr>
          <a:lstStyle/>
          <a:p>
            <a:pPr indent="-342900" lvl="0" marL="342900" marR="0" rtl="0" algn="ctr">
              <a:lnSpc>
                <a:spcPct val="105000"/>
              </a:lnSpc>
              <a:spcBef>
                <a:spcPts val="0"/>
              </a:spcBef>
              <a:spcAft>
                <a:spcPts val="0"/>
              </a:spcAft>
              <a:buClr>
                <a:schemeClr val="lt1"/>
              </a:buClr>
              <a:buSzPts val="1200"/>
              <a:buFont typeface="Arial"/>
              <a:buNone/>
            </a:pPr>
            <a:r>
              <a:rPr b="0" i="0" lang="en-US" sz="1200" u="none">
                <a:solidFill>
                  <a:schemeClr val="lt1"/>
                </a:solidFill>
                <a:latin typeface="Arial"/>
                <a:ea typeface="Arial"/>
                <a:cs typeface="Arial"/>
                <a:sym typeface="Arial"/>
              </a:rPr>
              <a:t> </a:t>
            </a:r>
            <a:r>
              <a:rPr b="1" baseline="30000" i="0" lang="en-US" sz="1600" u="none">
                <a:solidFill>
                  <a:schemeClr val="lt1"/>
                </a:solidFill>
                <a:latin typeface="Arial"/>
                <a:ea typeface="Arial"/>
                <a:cs typeface="Arial"/>
                <a:sym typeface="Arial"/>
              </a:rPr>
              <a:t>1</a:t>
            </a:r>
            <a:r>
              <a:rPr b="1" baseline="30000" i="0" lang="en-US" sz="1200" u="none">
                <a:solidFill>
                  <a:schemeClr val="lt1"/>
                </a:solidFill>
                <a:latin typeface="Arial"/>
                <a:ea typeface="Arial"/>
                <a:cs typeface="Arial"/>
                <a:sym typeface="Arial"/>
              </a:rPr>
              <a:t> </a:t>
            </a:r>
            <a:r>
              <a:rPr b="0" i="0" lang="en-US" sz="1200" u="none">
                <a:solidFill>
                  <a:schemeClr val="lt1"/>
                </a:solidFill>
                <a:latin typeface="Arial"/>
                <a:ea typeface="Arial"/>
                <a:cs typeface="Arial"/>
                <a:sym typeface="Arial"/>
              </a:rPr>
              <a:t>Trường ĐH……</a:t>
            </a:r>
            <a:endParaRPr/>
          </a:p>
        </p:txBody>
      </p:sp>
      <p:sp>
        <p:nvSpPr>
          <p:cNvPr id="114" name="Google Shape;114;p13"/>
          <p:cNvSpPr txBox="1"/>
          <p:nvPr/>
        </p:nvSpPr>
        <p:spPr>
          <a:xfrm>
            <a:off x="3213100" y="1766887"/>
            <a:ext cx="3962400" cy="388937"/>
          </a:xfrm>
          <a:prstGeom prst="rect">
            <a:avLst/>
          </a:prstGeom>
          <a:noFill/>
          <a:ln>
            <a:noFill/>
          </a:ln>
        </p:spPr>
        <p:txBody>
          <a:bodyPr anchorCtr="1" anchor="t" bIns="0" lIns="0" spcFirstLastPara="1" rIns="0" wrap="square" tIns="0">
            <a:spAutoFit/>
          </a:bodyPr>
          <a:lstStyle/>
          <a:p>
            <a:pPr indent="-342900" lvl="0" marL="342900" marR="0" rtl="0" algn="ctr">
              <a:lnSpc>
                <a:spcPct val="105000"/>
              </a:lnSpc>
              <a:spcBef>
                <a:spcPts val="0"/>
              </a:spcBef>
              <a:spcAft>
                <a:spcPts val="0"/>
              </a:spcAft>
              <a:buClr>
                <a:schemeClr val="lt1"/>
              </a:buClr>
              <a:buSzPts val="1600"/>
              <a:buFont typeface="Arial"/>
              <a:buNone/>
            </a:pPr>
            <a:r>
              <a:rPr b="1" baseline="30000" i="0" lang="en-US" sz="1600" u="none">
                <a:solidFill>
                  <a:schemeClr val="lt1"/>
                </a:solidFill>
                <a:latin typeface="Arial"/>
                <a:ea typeface="Arial"/>
                <a:cs typeface="Arial"/>
                <a:sym typeface="Arial"/>
              </a:rPr>
              <a:t>2 </a:t>
            </a:r>
            <a:r>
              <a:rPr b="0" i="0" lang="en-US" sz="1200" u="none">
                <a:solidFill>
                  <a:schemeClr val="lt1"/>
                </a:solidFill>
                <a:latin typeface="Arial"/>
                <a:ea typeface="Arial"/>
                <a:cs typeface="Arial"/>
                <a:sym typeface="Arial"/>
              </a:rPr>
              <a:t>University of Science </a:t>
            </a:r>
            <a:endParaRPr/>
          </a:p>
          <a:p>
            <a:pPr indent="-342900" lvl="0" marL="342900" marR="0" rtl="0" algn="ctr">
              <a:lnSpc>
                <a:spcPct val="105000"/>
              </a:lnSpc>
              <a:spcBef>
                <a:spcPts val="0"/>
              </a:spcBef>
              <a:spcAft>
                <a:spcPts val="0"/>
              </a:spcAft>
              <a:buClr>
                <a:schemeClr val="lt1"/>
              </a:buClr>
              <a:buSzPts val="1200"/>
              <a:buFont typeface="Arial"/>
              <a:buNone/>
            </a:pPr>
            <a:r>
              <a:rPr b="0" i="0" lang="en-US" sz="1200" u="none">
                <a:solidFill>
                  <a:schemeClr val="lt1"/>
                </a:solidFill>
                <a:latin typeface="Arial"/>
                <a:ea typeface="Arial"/>
                <a:cs typeface="Arial"/>
                <a:sym typeface="Arial"/>
              </a:rPr>
              <a:t>HCMC, Vietnam</a:t>
            </a:r>
            <a:endParaRPr/>
          </a:p>
        </p:txBody>
      </p:sp>
      <p:sp>
        <p:nvSpPr>
          <p:cNvPr id="115" name="Google Shape;115;p13"/>
          <p:cNvSpPr txBox="1"/>
          <p:nvPr/>
        </p:nvSpPr>
        <p:spPr>
          <a:xfrm>
            <a:off x="1319212" y="14324012"/>
            <a:ext cx="8904287" cy="400050"/>
          </a:xfrm>
          <a:prstGeom prst="rect">
            <a:avLst/>
          </a:prstGeom>
          <a:noFill/>
          <a:ln>
            <a:noFill/>
          </a:ln>
        </p:spPr>
        <p:txBody>
          <a:bodyPr anchorCtr="0" anchor="t" bIns="0" lIns="0" spcFirstLastPara="1" rIns="0" wrap="square" tIns="0">
            <a:spAutoFit/>
          </a:bodyPr>
          <a:lstStyle/>
          <a:p>
            <a:pPr indent="0" lvl="0" marL="0" marR="0" rtl="0" algn="just">
              <a:lnSpc>
                <a:spcPct val="105000"/>
              </a:lnSpc>
              <a:spcBef>
                <a:spcPts val="0"/>
              </a:spcBef>
              <a:spcAft>
                <a:spcPts val="0"/>
              </a:spcAft>
              <a:buClr>
                <a:schemeClr val="lt1"/>
              </a:buClr>
              <a:buSzPts val="1300"/>
              <a:buFont typeface="Arial"/>
              <a:buNone/>
            </a:pPr>
            <a:r>
              <a:rPr b="1" i="0" lang="en-US" sz="1300" u="none">
                <a:solidFill>
                  <a:schemeClr val="lt1"/>
                </a:solidFill>
                <a:latin typeface="Arial"/>
                <a:ea typeface="Arial"/>
                <a:cs typeface="Arial"/>
                <a:sym typeface="Arial"/>
              </a:rPr>
              <a:t>	Tên tác giả chính</a:t>
            </a:r>
            <a:r>
              <a:rPr b="1" i="0" lang="en-US" sz="1300" u="none">
                <a:solidFill>
                  <a:schemeClr val="lt1"/>
                </a:solidFill>
                <a:latin typeface="Times"/>
                <a:ea typeface="Times"/>
                <a:cs typeface="Times"/>
                <a:sym typeface="Times"/>
              </a:rPr>
              <a:t>–</a:t>
            </a:r>
            <a:r>
              <a:rPr b="1" i="0" lang="en-US" sz="1300" u="none">
                <a:solidFill>
                  <a:schemeClr val="lt1"/>
                </a:solidFill>
                <a:latin typeface="Arial"/>
                <a:ea typeface="Arial"/>
                <a:cs typeface="Arial"/>
                <a:sym typeface="Arial"/>
              </a:rPr>
              <a:t> Trường Đại học</a:t>
            </a:r>
            <a:endParaRPr/>
          </a:p>
          <a:p>
            <a:pPr indent="0" lvl="0" marL="0" marR="0" rtl="0" algn="just">
              <a:lnSpc>
                <a:spcPct val="105000"/>
              </a:lnSpc>
              <a:spcBef>
                <a:spcPts val="0"/>
              </a:spcBef>
              <a:spcAft>
                <a:spcPts val="0"/>
              </a:spcAft>
              <a:buClr>
                <a:schemeClr val="lt1"/>
              </a:buClr>
              <a:buSzPts val="1200"/>
              <a:buFont typeface="Arial"/>
              <a:buNone/>
            </a:pPr>
            <a:r>
              <a:rPr b="1" i="0" lang="en-US" sz="1200" u="none">
                <a:solidFill>
                  <a:schemeClr val="lt1"/>
                </a:solidFill>
                <a:latin typeface="Arial"/>
                <a:ea typeface="Arial"/>
                <a:cs typeface="Arial"/>
                <a:sym typeface="Arial"/>
              </a:rPr>
              <a:t>	TEL : *********	Email : *********</a:t>
            </a:r>
            <a:endParaRPr/>
          </a:p>
        </p:txBody>
      </p:sp>
      <p:grpSp>
        <p:nvGrpSpPr>
          <p:cNvPr id="116" name="Google Shape;116;p13"/>
          <p:cNvGrpSpPr/>
          <p:nvPr/>
        </p:nvGrpSpPr>
        <p:grpSpPr>
          <a:xfrm>
            <a:off x="1196975" y="5668962"/>
            <a:ext cx="2166937" cy="354012"/>
            <a:chOff x="1313656" y="5809456"/>
            <a:chExt cx="2166938" cy="354013"/>
          </a:xfrm>
        </p:grpSpPr>
        <p:sp>
          <p:nvSpPr>
            <p:cNvPr id="117" name="Google Shape;117;p13"/>
            <p:cNvSpPr/>
            <p:nvPr/>
          </p:nvSpPr>
          <p:spPr>
            <a:xfrm>
              <a:off x="1313656" y="5809456"/>
              <a:ext cx="2166938" cy="354013"/>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118" name="Google Shape;118;p13"/>
            <p:cNvSpPr txBox="1"/>
            <p:nvPr/>
          </p:nvSpPr>
          <p:spPr>
            <a:xfrm>
              <a:off x="1423194" y="5836444"/>
              <a:ext cx="1981200" cy="2746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Arial"/>
                <a:buNone/>
              </a:pPr>
              <a:r>
                <a:rPr b="0" i="0" lang="en-US" sz="1200" u="none">
                  <a:solidFill>
                    <a:schemeClr val="lt1"/>
                  </a:solidFill>
                  <a:latin typeface="Arial"/>
                  <a:ea typeface="Arial"/>
                  <a:cs typeface="Arial"/>
                  <a:sym typeface="Arial"/>
                </a:rPr>
                <a:t>Face Detection</a:t>
              </a:r>
              <a:endParaRPr/>
            </a:p>
          </p:txBody>
        </p:sp>
      </p:grpSp>
      <p:grpSp>
        <p:nvGrpSpPr>
          <p:cNvPr id="119" name="Google Shape;119;p13"/>
          <p:cNvGrpSpPr/>
          <p:nvPr/>
        </p:nvGrpSpPr>
        <p:grpSpPr>
          <a:xfrm>
            <a:off x="4430712" y="5662612"/>
            <a:ext cx="2209800" cy="355600"/>
            <a:chOff x="4355306" y="5806281"/>
            <a:chExt cx="2209800" cy="354013"/>
          </a:xfrm>
        </p:grpSpPr>
        <p:sp>
          <p:nvSpPr>
            <p:cNvPr id="120" name="Google Shape;120;p13"/>
            <p:cNvSpPr/>
            <p:nvPr/>
          </p:nvSpPr>
          <p:spPr>
            <a:xfrm>
              <a:off x="4355306" y="5806281"/>
              <a:ext cx="2209800" cy="354013"/>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121" name="Google Shape;121;p13"/>
            <p:cNvSpPr txBox="1"/>
            <p:nvPr/>
          </p:nvSpPr>
          <p:spPr>
            <a:xfrm>
              <a:off x="4464844" y="5833269"/>
              <a:ext cx="2024062" cy="2778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Arial"/>
                <a:buNone/>
              </a:pPr>
              <a:r>
                <a:rPr b="0" i="0" lang="en-US" sz="1200" u="none">
                  <a:solidFill>
                    <a:schemeClr val="lt1"/>
                  </a:solidFill>
                  <a:latin typeface="Arial"/>
                  <a:ea typeface="Arial"/>
                  <a:cs typeface="Arial"/>
                  <a:sym typeface="Arial"/>
                </a:rPr>
                <a:t>Face-Track Extraction</a:t>
              </a:r>
              <a:endParaRPr/>
            </a:p>
          </p:txBody>
        </p:sp>
      </p:grpSp>
      <p:grpSp>
        <p:nvGrpSpPr>
          <p:cNvPr id="122" name="Google Shape;122;p13"/>
          <p:cNvGrpSpPr/>
          <p:nvPr/>
        </p:nvGrpSpPr>
        <p:grpSpPr>
          <a:xfrm>
            <a:off x="7478712" y="5653087"/>
            <a:ext cx="2209800" cy="355600"/>
            <a:chOff x="4355306" y="5806281"/>
            <a:chExt cx="2209800" cy="354013"/>
          </a:xfrm>
        </p:grpSpPr>
        <p:sp>
          <p:nvSpPr>
            <p:cNvPr id="123" name="Google Shape;123;p13"/>
            <p:cNvSpPr/>
            <p:nvPr/>
          </p:nvSpPr>
          <p:spPr>
            <a:xfrm>
              <a:off x="4355306" y="5806281"/>
              <a:ext cx="2209800" cy="354013"/>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124" name="Google Shape;124;p13"/>
            <p:cNvSpPr txBox="1"/>
            <p:nvPr/>
          </p:nvSpPr>
          <p:spPr>
            <a:xfrm>
              <a:off x="4464844" y="5833269"/>
              <a:ext cx="2024062" cy="2778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Arial"/>
                <a:buNone/>
              </a:pPr>
              <a:r>
                <a:rPr b="0" i="0" lang="en-US" sz="1200" u="none">
                  <a:solidFill>
                    <a:schemeClr val="lt1"/>
                  </a:solidFill>
                  <a:latin typeface="Arial"/>
                  <a:ea typeface="Arial"/>
                  <a:cs typeface="Arial"/>
                  <a:sym typeface="Arial"/>
                </a:rPr>
                <a:t>Face-Track Matching</a:t>
              </a:r>
              <a:endParaRPr/>
            </a:p>
          </p:txBody>
        </p:sp>
      </p:grpSp>
      <p:grpSp>
        <p:nvGrpSpPr>
          <p:cNvPr id="125" name="Google Shape;125;p13"/>
          <p:cNvGrpSpPr/>
          <p:nvPr/>
        </p:nvGrpSpPr>
        <p:grpSpPr>
          <a:xfrm>
            <a:off x="3744912" y="5729287"/>
            <a:ext cx="381000" cy="228600"/>
            <a:chOff x="3745706" y="5806281"/>
            <a:chExt cx="381000" cy="228600"/>
          </a:xfrm>
        </p:grpSpPr>
        <p:sp>
          <p:nvSpPr>
            <p:cNvPr id="126" name="Google Shape;126;p13"/>
            <p:cNvSpPr/>
            <p:nvPr/>
          </p:nvSpPr>
          <p:spPr>
            <a:xfrm>
              <a:off x="3898106" y="5806281"/>
              <a:ext cx="228600" cy="228600"/>
            </a:xfrm>
            <a:prstGeom prst="chevron">
              <a:avLst>
                <a:gd fmla="val 10800" name="adj"/>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27" name="Google Shape;127;p13"/>
            <p:cNvSpPr/>
            <p:nvPr/>
          </p:nvSpPr>
          <p:spPr>
            <a:xfrm>
              <a:off x="3745706" y="5806281"/>
              <a:ext cx="228600" cy="228600"/>
            </a:xfrm>
            <a:prstGeom prst="chevron">
              <a:avLst>
                <a:gd fmla="val 10800" name="adj"/>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128" name="Google Shape;128;p13"/>
          <p:cNvGrpSpPr/>
          <p:nvPr/>
        </p:nvGrpSpPr>
        <p:grpSpPr>
          <a:xfrm>
            <a:off x="6869112" y="5729287"/>
            <a:ext cx="381000" cy="228600"/>
            <a:chOff x="3745706" y="5806281"/>
            <a:chExt cx="381000" cy="228600"/>
          </a:xfrm>
        </p:grpSpPr>
        <p:sp>
          <p:nvSpPr>
            <p:cNvPr id="129" name="Google Shape;129;p13"/>
            <p:cNvSpPr/>
            <p:nvPr/>
          </p:nvSpPr>
          <p:spPr>
            <a:xfrm>
              <a:off x="3898106" y="5806281"/>
              <a:ext cx="228600" cy="228600"/>
            </a:xfrm>
            <a:prstGeom prst="chevron">
              <a:avLst>
                <a:gd fmla="val 10800" name="adj"/>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30" name="Google Shape;130;p13"/>
            <p:cNvSpPr/>
            <p:nvPr/>
          </p:nvSpPr>
          <p:spPr>
            <a:xfrm>
              <a:off x="3745706" y="5806281"/>
              <a:ext cx="228600" cy="228600"/>
            </a:xfrm>
            <a:prstGeom prst="chevron">
              <a:avLst>
                <a:gd fmla="val 10800" name="adj"/>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131" name="Google Shape;131;p13"/>
          <p:cNvGrpSpPr/>
          <p:nvPr/>
        </p:nvGrpSpPr>
        <p:grpSpPr>
          <a:xfrm>
            <a:off x="4478337" y="6267450"/>
            <a:ext cx="2133600" cy="538162"/>
            <a:chOff x="4354513" y="6440488"/>
            <a:chExt cx="2133600" cy="538162"/>
          </a:xfrm>
        </p:grpSpPr>
        <p:sp>
          <p:nvSpPr>
            <p:cNvPr id="132" name="Google Shape;132;p13"/>
            <p:cNvSpPr/>
            <p:nvPr/>
          </p:nvSpPr>
          <p:spPr>
            <a:xfrm>
              <a:off x="4354513" y="6440488"/>
              <a:ext cx="2133600" cy="538162"/>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PMResult\22\001589.jpg" id="133" name="Google Shape;133;p13"/>
            <p:cNvPicPr preferRelativeResize="0"/>
            <p:nvPr/>
          </p:nvPicPr>
          <p:blipFill rotWithShape="1">
            <a:blip r:embed="rId5">
              <a:alphaModFix/>
            </a:blip>
            <a:srcRect b="0" l="0" r="0" t="0"/>
            <a:stretch/>
          </p:blipFill>
          <p:spPr>
            <a:xfrm>
              <a:off x="6018213" y="6516728"/>
              <a:ext cx="376238" cy="376434"/>
            </a:xfrm>
            <a:prstGeom prst="rect">
              <a:avLst/>
            </a:prstGeom>
            <a:noFill/>
            <a:ln>
              <a:noFill/>
            </a:ln>
          </p:spPr>
        </p:pic>
        <p:pic>
          <p:nvPicPr>
            <p:cNvPr descr="G:\ICVS\CNNPMResult\22\001603.jpg" id="134" name="Google Shape;134;p13"/>
            <p:cNvPicPr preferRelativeResize="0"/>
            <p:nvPr/>
          </p:nvPicPr>
          <p:blipFill rotWithShape="1">
            <a:blip r:embed="rId6">
              <a:alphaModFix/>
            </a:blip>
            <a:srcRect b="0" l="0" r="0" t="0"/>
            <a:stretch/>
          </p:blipFill>
          <p:spPr>
            <a:xfrm>
              <a:off x="5599113" y="6516728"/>
              <a:ext cx="381001" cy="381199"/>
            </a:xfrm>
            <a:prstGeom prst="rect">
              <a:avLst/>
            </a:prstGeom>
            <a:noFill/>
            <a:ln>
              <a:noFill/>
            </a:ln>
          </p:spPr>
        </p:pic>
        <p:pic>
          <p:nvPicPr>
            <p:cNvPr descr="G:\ICVS\CNNPMResult\22\001609.jpg" id="135" name="Google Shape;135;p13"/>
            <p:cNvPicPr preferRelativeResize="0"/>
            <p:nvPr/>
          </p:nvPicPr>
          <p:blipFill rotWithShape="1">
            <a:blip r:embed="rId7">
              <a:alphaModFix/>
            </a:blip>
            <a:srcRect b="0" l="0" r="0" t="0"/>
            <a:stretch/>
          </p:blipFill>
          <p:spPr>
            <a:xfrm>
              <a:off x="5218113" y="6507198"/>
              <a:ext cx="371475" cy="371668"/>
            </a:xfrm>
            <a:prstGeom prst="rect">
              <a:avLst/>
            </a:prstGeom>
            <a:noFill/>
            <a:ln>
              <a:noFill/>
            </a:ln>
          </p:spPr>
        </p:pic>
        <p:pic>
          <p:nvPicPr>
            <p:cNvPr descr="G:\ICVS\CNNPMResult\22\001613.jpg" id="136" name="Google Shape;136;p13"/>
            <p:cNvPicPr preferRelativeResize="0"/>
            <p:nvPr/>
          </p:nvPicPr>
          <p:blipFill rotWithShape="1">
            <a:blip r:embed="rId8">
              <a:alphaModFix/>
            </a:blip>
            <a:srcRect b="0" l="0" r="0" t="0"/>
            <a:stretch/>
          </p:blipFill>
          <p:spPr>
            <a:xfrm>
              <a:off x="4802188" y="6492902"/>
              <a:ext cx="395288" cy="395494"/>
            </a:xfrm>
            <a:prstGeom prst="rect">
              <a:avLst/>
            </a:prstGeom>
            <a:noFill/>
            <a:ln>
              <a:noFill/>
            </a:ln>
          </p:spPr>
        </p:pic>
        <p:pic>
          <p:nvPicPr>
            <p:cNvPr descr="G:\ICVS\CNNPMResult\22\001614.jpg" id="137" name="Google Shape;137;p13"/>
            <p:cNvPicPr preferRelativeResize="0"/>
            <p:nvPr/>
          </p:nvPicPr>
          <p:blipFill rotWithShape="1">
            <a:blip r:embed="rId9">
              <a:alphaModFix/>
            </a:blip>
            <a:srcRect b="0" l="0" r="0" t="0"/>
            <a:stretch/>
          </p:blipFill>
          <p:spPr>
            <a:xfrm>
              <a:off x="4416425" y="6492902"/>
              <a:ext cx="376238" cy="376434"/>
            </a:xfrm>
            <a:prstGeom prst="rect">
              <a:avLst/>
            </a:prstGeom>
            <a:noFill/>
            <a:ln>
              <a:noFill/>
            </a:ln>
          </p:spPr>
        </p:pic>
      </p:grpSp>
      <p:sp>
        <p:nvSpPr>
          <p:cNvPr id="138" name="Google Shape;138;p13"/>
          <p:cNvSpPr txBox="1"/>
          <p:nvPr/>
        </p:nvSpPr>
        <p:spPr>
          <a:xfrm>
            <a:off x="4441825" y="6110287"/>
            <a:ext cx="914400" cy="2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800"/>
              <a:buFont typeface="Tahoma"/>
              <a:buNone/>
            </a:pPr>
            <a:r>
              <a:rPr b="1" i="0" lang="en-US" sz="800" u="none">
                <a:solidFill>
                  <a:srgbClr val="0B4993"/>
                </a:solidFill>
                <a:latin typeface="Tahoma"/>
                <a:ea typeface="Tahoma"/>
                <a:cs typeface="Tahoma"/>
                <a:sym typeface="Tahoma"/>
              </a:rPr>
              <a:t>Face-Track X</a:t>
            </a:r>
            <a:endParaRPr/>
          </a:p>
        </p:txBody>
      </p:sp>
      <p:grpSp>
        <p:nvGrpSpPr>
          <p:cNvPr id="139" name="Google Shape;139;p13"/>
          <p:cNvGrpSpPr/>
          <p:nvPr/>
        </p:nvGrpSpPr>
        <p:grpSpPr>
          <a:xfrm>
            <a:off x="4460875" y="6832600"/>
            <a:ext cx="2160587" cy="696912"/>
            <a:chOff x="4383881" y="6962437"/>
            <a:chExt cx="2161382" cy="696771"/>
          </a:xfrm>
        </p:grpSpPr>
        <p:grpSp>
          <p:nvGrpSpPr>
            <p:cNvPr id="140" name="Google Shape;140;p13"/>
            <p:cNvGrpSpPr/>
            <p:nvPr/>
          </p:nvGrpSpPr>
          <p:grpSpPr>
            <a:xfrm>
              <a:off x="4410879" y="7121155"/>
              <a:ext cx="2134384" cy="538053"/>
              <a:chOff x="4353729" y="7177197"/>
              <a:chExt cx="2134384" cy="538053"/>
            </a:xfrm>
          </p:grpSpPr>
          <p:sp>
            <p:nvSpPr>
              <p:cNvPr id="141" name="Google Shape;141;p13"/>
              <p:cNvSpPr/>
              <p:nvPr/>
            </p:nvSpPr>
            <p:spPr>
              <a:xfrm>
                <a:off x="4353729" y="7177197"/>
                <a:ext cx="2134384" cy="538053"/>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ABCPMResult\5\000994.jpg" id="142" name="Google Shape;142;p13"/>
              <p:cNvPicPr preferRelativeResize="0"/>
              <p:nvPr/>
            </p:nvPicPr>
            <p:blipFill rotWithShape="1">
              <a:blip r:embed="rId10">
                <a:alphaModFix/>
              </a:blip>
              <a:srcRect b="0" l="0" r="0" t="0"/>
              <a:stretch/>
            </p:blipFill>
            <p:spPr>
              <a:xfrm>
                <a:off x="4414947" y="7257812"/>
                <a:ext cx="381000" cy="381198"/>
              </a:xfrm>
              <a:prstGeom prst="rect">
                <a:avLst/>
              </a:prstGeom>
              <a:noFill/>
              <a:ln>
                <a:noFill/>
              </a:ln>
            </p:spPr>
          </p:pic>
          <p:pic>
            <p:nvPicPr>
              <p:cNvPr descr="G:\ICVS\ABCPMResult\5\000995.jpg" id="143" name="Google Shape;143;p13"/>
              <p:cNvPicPr preferRelativeResize="0"/>
              <p:nvPr/>
            </p:nvPicPr>
            <p:blipFill rotWithShape="1">
              <a:blip r:embed="rId11">
                <a:alphaModFix/>
              </a:blip>
              <a:srcRect b="0" l="0" r="0" t="0"/>
              <a:stretch/>
            </p:blipFill>
            <p:spPr>
              <a:xfrm>
                <a:off x="4802517" y="7238752"/>
                <a:ext cx="400050" cy="400258"/>
              </a:xfrm>
              <a:prstGeom prst="rect">
                <a:avLst/>
              </a:prstGeom>
              <a:noFill/>
              <a:ln>
                <a:noFill/>
              </a:ln>
            </p:spPr>
          </p:pic>
          <p:pic>
            <p:nvPicPr>
              <p:cNvPr descr="G:\ICVS\ABCPMResult\5\001029.jpg" id="144" name="Google Shape;144;p13"/>
              <p:cNvPicPr preferRelativeResize="0"/>
              <p:nvPr/>
            </p:nvPicPr>
            <p:blipFill rotWithShape="1">
              <a:blip r:embed="rId12">
                <a:alphaModFix/>
              </a:blip>
              <a:srcRect b="0" l="0" r="0" t="0"/>
              <a:stretch/>
            </p:blipFill>
            <p:spPr>
              <a:xfrm>
                <a:off x="5230813" y="7219692"/>
                <a:ext cx="407743" cy="407955"/>
              </a:xfrm>
              <a:prstGeom prst="rect">
                <a:avLst/>
              </a:prstGeom>
              <a:noFill/>
              <a:ln>
                <a:noFill/>
              </a:ln>
            </p:spPr>
          </p:pic>
          <p:pic>
            <p:nvPicPr>
              <p:cNvPr descr="G:\ICVS\ABCPMResult\5\001030.jpg" id="145" name="Google Shape;145;p13"/>
              <p:cNvPicPr preferRelativeResize="0"/>
              <p:nvPr/>
            </p:nvPicPr>
            <p:blipFill rotWithShape="1">
              <a:blip r:embed="rId13">
                <a:alphaModFix/>
              </a:blip>
              <a:srcRect b="0" l="0" r="0" t="0"/>
              <a:stretch/>
            </p:blipFill>
            <p:spPr>
              <a:xfrm>
                <a:off x="5649913" y="7229222"/>
                <a:ext cx="407743" cy="407955"/>
              </a:xfrm>
              <a:prstGeom prst="rect">
                <a:avLst/>
              </a:prstGeom>
              <a:noFill/>
              <a:ln>
                <a:noFill/>
              </a:ln>
            </p:spPr>
          </p:pic>
          <p:pic>
            <p:nvPicPr>
              <p:cNvPr descr="G:\ICVS\ABCPMResult\5\001038.jpg" id="146" name="Google Shape;146;p13"/>
              <p:cNvPicPr preferRelativeResize="0"/>
              <p:nvPr/>
            </p:nvPicPr>
            <p:blipFill rotWithShape="1">
              <a:blip r:embed="rId14">
                <a:alphaModFix/>
              </a:blip>
              <a:srcRect b="0" l="0" r="0" t="0"/>
              <a:stretch/>
            </p:blipFill>
            <p:spPr>
              <a:xfrm>
                <a:off x="6020871" y="7257812"/>
                <a:ext cx="381000" cy="381198"/>
              </a:xfrm>
              <a:prstGeom prst="rect">
                <a:avLst/>
              </a:prstGeom>
              <a:noFill/>
              <a:ln>
                <a:noFill/>
              </a:ln>
            </p:spPr>
          </p:pic>
        </p:grpSp>
        <p:sp>
          <p:nvSpPr>
            <p:cNvPr id="147" name="Google Shape;147;p13"/>
            <p:cNvSpPr txBox="1"/>
            <p:nvPr/>
          </p:nvSpPr>
          <p:spPr>
            <a:xfrm>
              <a:off x="4383881" y="6962437"/>
              <a:ext cx="9144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800"/>
                <a:buFont typeface="Tahoma"/>
                <a:buNone/>
              </a:pPr>
              <a:r>
                <a:rPr b="1" i="0" lang="en-US" sz="800" u="none">
                  <a:solidFill>
                    <a:srgbClr val="0B4993"/>
                  </a:solidFill>
                  <a:latin typeface="Tahoma"/>
                  <a:ea typeface="Tahoma"/>
                  <a:cs typeface="Tahoma"/>
                  <a:sym typeface="Tahoma"/>
                </a:rPr>
                <a:t>Face-Track Y</a:t>
              </a:r>
              <a:endParaRPr/>
            </a:p>
          </p:txBody>
        </p:sp>
      </p:grpSp>
      <p:grpSp>
        <p:nvGrpSpPr>
          <p:cNvPr id="148" name="Google Shape;148;p13"/>
          <p:cNvGrpSpPr/>
          <p:nvPr/>
        </p:nvGrpSpPr>
        <p:grpSpPr>
          <a:xfrm>
            <a:off x="4460875" y="7558087"/>
            <a:ext cx="2160587" cy="698500"/>
            <a:chOff x="4383881" y="7638712"/>
            <a:chExt cx="2161382" cy="697879"/>
          </a:xfrm>
        </p:grpSpPr>
        <p:grpSp>
          <p:nvGrpSpPr>
            <p:cNvPr id="149" name="Google Shape;149;p13"/>
            <p:cNvGrpSpPr/>
            <p:nvPr/>
          </p:nvGrpSpPr>
          <p:grpSpPr>
            <a:xfrm>
              <a:off x="4410879" y="7798907"/>
              <a:ext cx="2134384" cy="537684"/>
              <a:chOff x="5192722" y="7787959"/>
              <a:chExt cx="2134384" cy="537684"/>
            </a:xfrm>
          </p:grpSpPr>
          <p:sp>
            <p:nvSpPr>
              <p:cNvPr id="150" name="Google Shape;150;p13"/>
              <p:cNvSpPr/>
              <p:nvPr/>
            </p:nvSpPr>
            <p:spPr>
              <a:xfrm>
                <a:off x="5192722" y="7787959"/>
                <a:ext cx="2134384" cy="537684"/>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E:\SITIS\0204_Tracks\83\18675_12.jpg" id="151" name="Google Shape;151;p13"/>
              <p:cNvPicPr preferRelativeResize="0"/>
              <p:nvPr/>
            </p:nvPicPr>
            <p:blipFill rotWithShape="1">
              <a:blip r:embed="rId15">
                <a:alphaModFix/>
              </a:blip>
              <a:srcRect b="0" l="0" r="0" t="0"/>
              <a:stretch/>
            </p:blipFill>
            <p:spPr>
              <a:xfrm>
                <a:off x="5812631" y="7863681"/>
                <a:ext cx="381000" cy="381000"/>
              </a:xfrm>
              <a:prstGeom prst="rect">
                <a:avLst/>
              </a:prstGeom>
              <a:noFill/>
              <a:ln>
                <a:noFill/>
              </a:ln>
            </p:spPr>
          </p:pic>
          <p:pic>
            <p:nvPicPr>
              <p:cNvPr descr="E:\SITIS\0204_Tracks\83\18692_13.jpg" id="152" name="Google Shape;152;p13"/>
              <p:cNvPicPr preferRelativeResize="0"/>
              <p:nvPr/>
            </p:nvPicPr>
            <p:blipFill rotWithShape="1">
              <a:blip r:embed="rId16">
                <a:alphaModFix/>
              </a:blip>
              <a:srcRect b="0" l="0" r="0" t="0"/>
              <a:stretch/>
            </p:blipFill>
            <p:spPr>
              <a:xfrm>
                <a:off x="5326856" y="7863681"/>
                <a:ext cx="381000" cy="381000"/>
              </a:xfrm>
              <a:prstGeom prst="rect">
                <a:avLst/>
              </a:prstGeom>
              <a:noFill/>
              <a:ln>
                <a:noFill/>
              </a:ln>
            </p:spPr>
          </p:pic>
          <p:pic>
            <p:nvPicPr>
              <p:cNvPr descr="E:\SITIS\0204_Tracks\83\18579_13.jpg" id="153" name="Google Shape;153;p13"/>
              <p:cNvPicPr preferRelativeResize="0"/>
              <p:nvPr/>
            </p:nvPicPr>
            <p:blipFill rotWithShape="1">
              <a:blip r:embed="rId17">
                <a:alphaModFix/>
              </a:blip>
              <a:srcRect b="0" l="0" r="0" t="0"/>
              <a:stretch/>
            </p:blipFill>
            <p:spPr>
              <a:xfrm>
                <a:off x="6784181" y="7863681"/>
                <a:ext cx="381000" cy="381000"/>
              </a:xfrm>
              <a:prstGeom prst="rect">
                <a:avLst/>
              </a:prstGeom>
              <a:noFill/>
              <a:ln>
                <a:noFill/>
              </a:ln>
            </p:spPr>
          </p:pic>
          <p:pic>
            <p:nvPicPr>
              <p:cNvPr descr="E:\SITIS\0204_Tracks\83\18688_11.jpg" id="154" name="Google Shape;154;p13"/>
              <p:cNvPicPr preferRelativeResize="0"/>
              <p:nvPr/>
            </p:nvPicPr>
            <p:blipFill rotWithShape="1">
              <a:blip r:embed="rId18">
                <a:alphaModFix/>
              </a:blip>
              <a:srcRect b="0" l="0" r="0" t="0"/>
              <a:stretch/>
            </p:blipFill>
            <p:spPr>
              <a:xfrm>
                <a:off x="6298406" y="7863682"/>
                <a:ext cx="381000" cy="381000"/>
              </a:xfrm>
              <a:prstGeom prst="rect">
                <a:avLst/>
              </a:prstGeom>
              <a:noFill/>
              <a:ln>
                <a:noFill/>
              </a:ln>
            </p:spPr>
          </p:pic>
        </p:grpSp>
        <p:sp>
          <p:nvSpPr>
            <p:cNvPr id="155" name="Google Shape;155;p13"/>
            <p:cNvSpPr txBox="1"/>
            <p:nvPr/>
          </p:nvSpPr>
          <p:spPr>
            <a:xfrm>
              <a:off x="4383881" y="7638712"/>
              <a:ext cx="9144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800"/>
                <a:buFont typeface="Tahoma"/>
                <a:buNone/>
              </a:pPr>
              <a:r>
                <a:rPr b="1" i="0" lang="en-US" sz="800" u="none">
                  <a:solidFill>
                    <a:srgbClr val="0B4993"/>
                  </a:solidFill>
                  <a:latin typeface="Tahoma"/>
                  <a:ea typeface="Tahoma"/>
                  <a:cs typeface="Tahoma"/>
                  <a:sym typeface="Tahoma"/>
                </a:rPr>
                <a:t>Face-Track Z</a:t>
              </a:r>
              <a:endParaRPr/>
            </a:p>
          </p:txBody>
        </p:sp>
      </p:grpSp>
      <p:grpSp>
        <p:nvGrpSpPr>
          <p:cNvPr id="156" name="Google Shape;156;p13"/>
          <p:cNvGrpSpPr/>
          <p:nvPr/>
        </p:nvGrpSpPr>
        <p:grpSpPr>
          <a:xfrm>
            <a:off x="7478712" y="6880225"/>
            <a:ext cx="2162175" cy="696912"/>
            <a:chOff x="4383881" y="7638712"/>
            <a:chExt cx="2161382" cy="697879"/>
          </a:xfrm>
        </p:grpSpPr>
        <p:grpSp>
          <p:nvGrpSpPr>
            <p:cNvPr id="157" name="Google Shape;157;p13"/>
            <p:cNvGrpSpPr/>
            <p:nvPr/>
          </p:nvGrpSpPr>
          <p:grpSpPr>
            <a:xfrm>
              <a:off x="4412446" y="7797682"/>
              <a:ext cx="2132817" cy="538909"/>
              <a:chOff x="5194289" y="7786734"/>
              <a:chExt cx="2132817" cy="538909"/>
            </a:xfrm>
          </p:grpSpPr>
          <p:sp>
            <p:nvSpPr>
              <p:cNvPr id="158" name="Google Shape;158;p13"/>
              <p:cNvSpPr/>
              <p:nvPr/>
            </p:nvSpPr>
            <p:spPr>
              <a:xfrm>
                <a:off x="5194289" y="7786734"/>
                <a:ext cx="2132817" cy="538909"/>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E:\SITIS\0204_Tracks\83\18675_12.jpg" id="159" name="Google Shape;159;p13"/>
              <p:cNvPicPr preferRelativeResize="0"/>
              <p:nvPr/>
            </p:nvPicPr>
            <p:blipFill rotWithShape="1">
              <a:blip r:embed="rId15">
                <a:alphaModFix/>
              </a:blip>
              <a:srcRect b="0" l="0" r="0" t="0"/>
              <a:stretch/>
            </p:blipFill>
            <p:spPr>
              <a:xfrm>
                <a:off x="5812631" y="7863681"/>
                <a:ext cx="381000" cy="381000"/>
              </a:xfrm>
              <a:prstGeom prst="rect">
                <a:avLst/>
              </a:prstGeom>
              <a:noFill/>
              <a:ln>
                <a:noFill/>
              </a:ln>
            </p:spPr>
          </p:pic>
          <p:pic>
            <p:nvPicPr>
              <p:cNvPr descr="E:\SITIS\0204_Tracks\83\18692_13.jpg" id="160" name="Google Shape;160;p13"/>
              <p:cNvPicPr preferRelativeResize="0"/>
              <p:nvPr/>
            </p:nvPicPr>
            <p:blipFill rotWithShape="1">
              <a:blip r:embed="rId16">
                <a:alphaModFix/>
              </a:blip>
              <a:srcRect b="0" l="0" r="0" t="0"/>
              <a:stretch/>
            </p:blipFill>
            <p:spPr>
              <a:xfrm>
                <a:off x="5326856" y="7863681"/>
                <a:ext cx="381000" cy="381000"/>
              </a:xfrm>
              <a:prstGeom prst="rect">
                <a:avLst/>
              </a:prstGeom>
              <a:noFill/>
              <a:ln>
                <a:noFill/>
              </a:ln>
            </p:spPr>
          </p:pic>
          <p:pic>
            <p:nvPicPr>
              <p:cNvPr descr="E:\SITIS\0204_Tracks\83\18579_13.jpg" id="161" name="Google Shape;161;p13"/>
              <p:cNvPicPr preferRelativeResize="0"/>
              <p:nvPr/>
            </p:nvPicPr>
            <p:blipFill rotWithShape="1">
              <a:blip r:embed="rId17">
                <a:alphaModFix/>
              </a:blip>
              <a:srcRect b="0" l="0" r="0" t="0"/>
              <a:stretch/>
            </p:blipFill>
            <p:spPr>
              <a:xfrm>
                <a:off x="6784181" y="7863681"/>
                <a:ext cx="381000" cy="381000"/>
              </a:xfrm>
              <a:prstGeom prst="rect">
                <a:avLst/>
              </a:prstGeom>
              <a:noFill/>
              <a:ln>
                <a:noFill/>
              </a:ln>
            </p:spPr>
          </p:pic>
          <p:pic>
            <p:nvPicPr>
              <p:cNvPr descr="E:\SITIS\0204_Tracks\83\18688_11.jpg" id="162" name="Google Shape;162;p13"/>
              <p:cNvPicPr preferRelativeResize="0"/>
              <p:nvPr/>
            </p:nvPicPr>
            <p:blipFill rotWithShape="1">
              <a:blip r:embed="rId18">
                <a:alphaModFix/>
              </a:blip>
              <a:srcRect b="0" l="0" r="0" t="0"/>
              <a:stretch/>
            </p:blipFill>
            <p:spPr>
              <a:xfrm>
                <a:off x="6298406" y="7863682"/>
                <a:ext cx="381000" cy="381000"/>
              </a:xfrm>
              <a:prstGeom prst="rect">
                <a:avLst/>
              </a:prstGeom>
              <a:noFill/>
              <a:ln>
                <a:noFill/>
              </a:ln>
            </p:spPr>
          </p:pic>
        </p:grpSp>
        <p:sp>
          <p:nvSpPr>
            <p:cNvPr id="163" name="Google Shape;163;p13"/>
            <p:cNvSpPr txBox="1"/>
            <p:nvPr/>
          </p:nvSpPr>
          <p:spPr>
            <a:xfrm>
              <a:off x="4383881" y="7638712"/>
              <a:ext cx="9144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164" name="Google Shape;164;p13"/>
          <p:cNvGrpSpPr/>
          <p:nvPr/>
        </p:nvGrpSpPr>
        <p:grpSpPr>
          <a:xfrm>
            <a:off x="7469187" y="6273800"/>
            <a:ext cx="2171700" cy="693737"/>
            <a:chOff x="4364831" y="6301581"/>
            <a:chExt cx="2170907" cy="694994"/>
          </a:xfrm>
        </p:grpSpPr>
        <p:grpSp>
          <p:nvGrpSpPr>
            <p:cNvPr id="165" name="Google Shape;165;p13"/>
            <p:cNvGrpSpPr/>
            <p:nvPr/>
          </p:nvGrpSpPr>
          <p:grpSpPr>
            <a:xfrm>
              <a:off x="4402917" y="6459028"/>
              <a:ext cx="2132821" cy="537547"/>
              <a:chOff x="4355292" y="6441103"/>
              <a:chExt cx="2132821" cy="537547"/>
            </a:xfrm>
          </p:grpSpPr>
          <p:sp>
            <p:nvSpPr>
              <p:cNvPr id="166" name="Google Shape;166;p13"/>
              <p:cNvSpPr/>
              <p:nvPr/>
            </p:nvSpPr>
            <p:spPr>
              <a:xfrm>
                <a:off x="4355292" y="6441103"/>
                <a:ext cx="2132821" cy="537547"/>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PMResult\22\001589.jpg" id="167" name="Google Shape;167;p13"/>
              <p:cNvPicPr preferRelativeResize="0"/>
              <p:nvPr/>
            </p:nvPicPr>
            <p:blipFill rotWithShape="1">
              <a:blip r:embed="rId5">
                <a:alphaModFix/>
              </a:blip>
              <a:srcRect b="0" l="0" r="0" t="0"/>
              <a:stretch/>
            </p:blipFill>
            <p:spPr>
              <a:xfrm>
                <a:off x="6018213" y="6516728"/>
                <a:ext cx="376238" cy="376434"/>
              </a:xfrm>
              <a:prstGeom prst="rect">
                <a:avLst/>
              </a:prstGeom>
              <a:noFill/>
              <a:ln>
                <a:noFill/>
              </a:ln>
            </p:spPr>
          </p:pic>
          <p:pic>
            <p:nvPicPr>
              <p:cNvPr descr="G:\ICVS\CNNPMResult\22\001603.jpg" id="168" name="Google Shape;168;p13"/>
              <p:cNvPicPr preferRelativeResize="0"/>
              <p:nvPr/>
            </p:nvPicPr>
            <p:blipFill rotWithShape="1">
              <a:blip r:embed="rId6">
                <a:alphaModFix/>
              </a:blip>
              <a:srcRect b="0" l="0" r="0" t="0"/>
              <a:stretch/>
            </p:blipFill>
            <p:spPr>
              <a:xfrm>
                <a:off x="5599113" y="6516728"/>
                <a:ext cx="381001" cy="381199"/>
              </a:xfrm>
              <a:prstGeom prst="rect">
                <a:avLst/>
              </a:prstGeom>
              <a:noFill/>
              <a:ln>
                <a:noFill/>
              </a:ln>
            </p:spPr>
          </p:pic>
          <p:pic>
            <p:nvPicPr>
              <p:cNvPr descr="G:\ICVS\CNNPMResult\22\001609.jpg" id="169" name="Google Shape;169;p13"/>
              <p:cNvPicPr preferRelativeResize="0"/>
              <p:nvPr/>
            </p:nvPicPr>
            <p:blipFill rotWithShape="1">
              <a:blip r:embed="rId7">
                <a:alphaModFix/>
              </a:blip>
              <a:srcRect b="0" l="0" r="0" t="0"/>
              <a:stretch/>
            </p:blipFill>
            <p:spPr>
              <a:xfrm>
                <a:off x="5218113" y="6507198"/>
                <a:ext cx="371475" cy="371668"/>
              </a:xfrm>
              <a:prstGeom prst="rect">
                <a:avLst/>
              </a:prstGeom>
              <a:noFill/>
              <a:ln>
                <a:noFill/>
              </a:ln>
            </p:spPr>
          </p:pic>
          <p:pic>
            <p:nvPicPr>
              <p:cNvPr descr="G:\ICVS\CNNPMResult\22\001613.jpg" id="170" name="Google Shape;170;p13"/>
              <p:cNvPicPr preferRelativeResize="0"/>
              <p:nvPr/>
            </p:nvPicPr>
            <p:blipFill rotWithShape="1">
              <a:blip r:embed="rId8">
                <a:alphaModFix/>
              </a:blip>
              <a:srcRect b="0" l="0" r="0" t="0"/>
              <a:stretch/>
            </p:blipFill>
            <p:spPr>
              <a:xfrm>
                <a:off x="4802188" y="6492902"/>
                <a:ext cx="395288" cy="395494"/>
              </a:xfrm>
              <a:prstGeom prst="rect">
                <a:avLst/>
              </a:prstGeom>
              <a:noFill/>
              <a:ln>
                <a:noFill/>
              </a:ln>
            </p:spPr>
          </p:pic>
          <p:pic>
            <p:nvPicPr>
              <p:cNvPr descr="G:\ICVS\CNNPMResult\22\001614.jpg" id="171" name="Google Shape;171;p13"/>
              <p:cNvPicPr preferRelativeResize="0"/>
              <p:nvPr/>
            </p:nvPicPr>
            <p:blipFill rotWithShape="1">
              <a:blip r:embed="rId9">
                <a:alphaModFix/>
              </a:blip>
              <a:srcRect b="0" l="0" r="0" t="0"/>
              <a:stretch/>
            </p:blipFill>
            <p:spPr>
              <a:xfrm>
                <a:off x="4416425" y="6492902"/>
                <a:ext cx="376238" cy="376434"/>
              </a:xfrm>
              <a:prstGeom prst="rect">
                <a:avLst/>
              </a:prstGeom>
              <a:noFill/>
              <a:ln>
                <a:noFill/>
              </a:ln>
            </p:spPr>
          </p:pic>
        </p:grpSp>
        <p:sp>
          <p:nvSpPr>
            <p:cNvPr id="172" name="Google Shape;172;p13"/>
            <p:cNvSpPr txBox="1"/>
            <p:nvPr/>
          </p:nvSpPr>
          <p:spPr>
            <a:xfrm>
              <a:off x="4364831" y="6301581"/>
              <a:ext cx="9144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173" name="Google Shape;173;p13"/>
          <p:cNvGrpSpPr/>
          <p:nvPr/>
        </p:nvGrpSpPr>
        <p:grpSpPr>
          <a:xfrm>
            <a:off x="7489825" y="7558087"/>
            <a:ext cx="2160587" cy="695325"/>
            <a:chOff x="4383881" y="6962437"/>
            <a:chExt cx="2161382" cy="696771"/>
          </a:xfrm>
        </p:grpSpPr>
        <p:grpSp>
          <p:nvGrpSpPr>
            <p:cNvPr id="174" name="Google Shape;174;p13"/>
            <p:cNvGrpSpPr/>
            <p:nvPr/>
          </p:nvGrpSpPr>
          <p:grpSpPr>
            <a:xfrm>
              <a:off x="4410879" y="7121517"/>
              <a:ext cx="2134384" cy="537691"/>
              <a:chOff x="4353729" y="7177559"/>
              <a:chExt cx="2134384" cy="537691"/>
            </a:xfrm>
          </p:grpSpPr>
          <p:sp>
            <p:nvSpPr>
              <p:cNvPr id="175" name="Google Shape;175;p13"/>
              <p:cNvSpPr/>
              <p:nvPr/>
            </p:nvSpPr>
            <p:spPr>
              <a:xfrm>
                <a:off x="4353729" y="7177559"/>
                <a:ext cx="2134384" cy="537691"/>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ABCPMResult\5\000994.jpg" id="176" name="Google Shape;176;p13"/>
              <p:cNvPicPr preferRelativeResize="0"/>
              <p:nvPr/>
            </p:nvPicPr>
            <p:blipFill rotWithShape="1">
              <a:blip r:embed="rId10">
                <a:alphaModFix/>
              </a:blip>
              <a:srcRect b="0" l="0" r="0" t="0"/>
              <a:stretch/>
            </p:blipFill>
            <p:spPr>
              <a:xfrm>
                <a:off x="4414947" y="7257812"/>
                <a:ext cx="381000" cy="381198"/>
              </a:xfrm>
              <a:prstGeom prst="rect">
                <a:avLst/>
              </a:prstGeom>
              <a:noFill/>
              <a:ln>
                <a:noFill/>
              </a:ln>
            </p:spPr>
          </p:pic>
          <p:pic>
            <p:nvPicPr>
              <p:cNvPr descr="G:\ICVS\ABCPMResult\5\000995.jpg" id="177" name="Google Shape;177;p13"/>
              <p:cNvPicPr preferRelativeResize="0"/>
              <p:nvPr/>
            </p:nvPicPr>
            <p:blipFill rotWithShape="1">
              <a:blip r:embed="rId11">
                <a:alphaModFix/>
              </a:blip>
              <a:srcRect b="0" l="0" r="0" t="0"/>
              <a:stretch/>
            </p:blipFill>
            <p:spPr>
              <a:xfrm>
                <a:off x="4802517" y="7238752"/>
                <a:ext cx="400050" cy="400258"/>
              </a:xfrm>
              <a:prstGeom prst="rect">
                <a:avLst/>
              </a:prstGeom>
              <a:noFill/>
              <a:ln>
                <a:noFill/>
              </a:ln>
            </p:spPr>
          </p:pic>
          <p:pic>
            <p:nvPicPr>
              <p:cNvPr descr="G:\ICVS\ABCPMResult\5\001029.jpg" id="178" name="Google Shape;178;p13"/>
              <p:cNvPicPr preferRelativeResize="0"/>
              <p:nvPr/>
            </p:nvPicPr>
            <p:blipFill rotWithShape="1">
              <a:blip r:embed="rId12">
                <a:alphaModFix/>
              </a:blip>
              <a:srcRect b="0" l="0" r="0" t="0"/>
              <a:stretch/>
            </p:blipFill>
            <p:spPr>
              <a:xfrm>
                <a:off x="5230813" y="7219692"/>
                <a:ext cx="407743" cy="407955"/>
              </a:xfrm>
              <a:prstGeom prst="rect">
                <a:avLst/>
              </a:prstGeom>
              <a:noFill/>
              <a:ln>
                <a:noFill/>
              </a:ln>
            </p:spPr>
          </p:pic>
          <p:pic>
            <p:nvPicPr>
              <p:cNvPr descr="G:\ICVS\ABCPMResult\5\001030.jpg" id="179" name="Google Shape;179;p13"/>
              <p:cNvPicPr preferRelativeResize="0"/>
              <p:nvPr/>
            </p:nvPicPr>
            <p:blipFill rotWithShape="1">
              <a:blip r:embed="rId13">
                <a:alphaModFix/>
              </a:blip>
              <a:srcRect b="0" l="0" r="0" t="0"/>
              <a:stretch/>
            </p:blipFill>
            <p:spPr>
              <a:xfrm>
                <a:off x="5649913" y="7229222"/>
                <a:ext cx="407743" cy="407955"/>
              </a:xfrm>
              <a:prstGeom prst="rect">
                <a:avLst/>
              </a:prstGeom>
              <a:noFill/>
              <a:ln>
                <a:noFill/>
              </a:ln>
            </p:spPr>
          </p:pic>
          <p:pic>
            <p:nvPicPr>
              <p:cNvPr descr="G:\ICVS\ABCPMResult\5\001038.jpg" id="180" name="Google Shape;180;p13"/>
              <p:cNvPicPr preferRelativeResize="0"/>
              <p:nvPr/>
            </p:nvPicPr>
            <p:blipFill rotWithShape="1">
              <a:blip r:embed="rId14">
                <a:alphaModFix/>
              </a:blip>
              <a:srcRect b="0" l="0" r="0" t="0"/>
              <a:stretch/>
            </p:blipFill>
            <p:spPr>
              <a:xfrm>
                <a:off x="6020871" y="7257812"/>
                <a:ext cx="381000" cy="381198"/>
              </a:xfrm>
              <a:prstGeom prst="rect">
                <a:avLst/>
              </a:prstGeom>
              <a:noFill/>
              <a:ln>
                <a:noFill/>
              </a:ln>
            </p:spPr>
          </p:pic>
        </p:grpSp>
        <p:sp>
          <p:nvSpPr>
            <p:cNvPr id="181" name="Google Shape;181;p13"/>
            <p:cNvSpPr txBox="1"/>
            <p:nvPr/>
          </p:nvSpPr>
          <p:spPr>
            <a:xfrm>
              <a:off x="4383881" y="6962437"/>
              <a:ext cx="9144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sp>
        <p:nvSpPr>
          <p:cNvPr id="182" name="Google Shape;182;p13"/>
          <p:cNvSpPr/>
          <p:nvPr/>
        </p:nvSpPr>
        <p:spPr>
          <a:xfrm>
            <a:off x="7440612" y="6110287"/>
            <a:ext cx="2286000" cy="228600"/>
          </a:xfrm>
          <a:prstGeom prst="roundRect">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3" name="Google Shape;183;p13"/>
          <p:cNvSpPr txBox="1"/>
          <p:nvPr/>
        </p:nvSpPr>
        <p:spPr>
          <a:xfrm>
            <a:off x="7431087" y="6134100"/>
            <a:ext cx="25908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800"/>
              <a:buFont typeface="Tahoma"/>
              <a:buNone/>
            </a:pPr>
            <a:r>
              <a:rPr b="1" i="1" lang="en-US" sz="800" u="none">
                <a:solidFill>
                  <a:srgbClr val="C00000"/>
                </a:solidFill>
                <a:latin typeface="Tahoma"/>
                <a:ea typeface="Tahoma"/>
                <a:cs typeface="Tahoma"/>
                <a:sym typeface="Tahoma"/>
              </a:rPr>
              <a:t>Face-Track X and Z belong to one person</a:t>
            </a:r>
            <a:endParaRPr/>
          </a:p>
        </p:txBody>
      </p:sp>
      <p:grpSp>
        <p:nvGrpSpPr>
          <p:cNvPr id="184" name="Google Shape;184;p13"/>
          <p:cNvGrpSpPr/>
          <p:nvPr/>
        </p:nvGrpSpPr>
        <p:grpSpPr>
          <a:xfrm>
            <a:off x="785812" y="6186487"/>
            <a:ext cx="2882900" cy="622300"/>
            <a:chOff x="2297906" y="5730081"/>
            <a:chExt cx="2882900" cy="622300"/>
          </a:xfrm>
        </p:grpSpPr>
        <p:grpSp>
          <p:nvGrpSpPr>
            <p:cNvPr id="185" name="Google Shape;185;p13"/>
            <p:cNvGrpSpPr/>
            <p:nvPr/>
          </p:nvGrpSpPr>
          <p:grpSpPr>
            <a:xfrm>
              <a:off x="2297906" y="5730081"/>
              <a:ext cx="2882900" cy="622300"/>
              <a:chOff x="709613" y="6348413"/>
              <a:chExt cx="2882900" cy="622300"/>
            </a:xfrm>
          </p:grpSpPr>
          <p:sp>
            <p:nvSpPr>
              <p:cNvPr id="186" name="Google Shape;186;p13"/>
              <p:cNvSpPr txBox="1"/>
              <p:nvPr/>
            </p:nvSpPr>
            <p:spPr>
              <a:xfrm>
                <a:off x="709613" y="6348413"/>
                <a:ext cx="2882900" cy="622300"/>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7" name="Google Shape;187;p13"/>
              <p:cNvSpPr/>
              <p:nvPr/>
            </p:nvSpPr>
            <p:spPr>
              <a:xfrm>
                <a:off x="746125" y="68865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8" name="Google Shape;188;p13"/>
              <p:cNvSpPr/>
              <p:nvPr/>
            </p:nvSpPr>
            <p:spPr>
              <a:xfrm>
                <a:off x="982663" y="6884988"/>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9" name="Google Shape;189;p13"/>
              <p:cNvSpPr/>
              <p:nvPr/>
            </p:nvSpPr>
            <p:spPr>
              <a:xfrm>
                <a:off x="1217613" y="68865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0" name="Google Shape;190;p13"/>
              <p:cNvSpPr/>
              <p:nvPr/>
            </p:nvSpPr>
            <p:spPr>
              <a:xfrm>
                <a:off x="1455738" y="6884988"/>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1" name="Google Shape;191;p13"/>
              <p:cNvSpPr/>
              <p:nvPr/>
            </p:nvSpPr>
            <p:spPr>
              <a:xfrm>
                <a:off x="1690688" y="68865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2" name="Google Shape;192;p13"/>
              <p:cNvSpPr/>
              <p:nvPr/>
            </p:nvSpPr>
            <p:spPr>
              <a:xfrm>
                <a:off x="1927225" y="68849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3" name="Google Shape;193;p13"/>
              <p:cNvSpPr/>
              <p:nvPr/>
            </p:nvSpPr>
            <p:spPr>
              <a:xfrm>
                <a:off x="2201863" y="6886575"/>
                <a:ext cx="176212"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4" name="Google Shape;194;p13"/>
              <p:cNvSpPr/>
              <p:nvPr/>
            </p:nvSpPr>
            <p:spPr>
              <a:xfrm>
                <a:off x="2447925" y="6884988"/>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5" name="Google Shape;195;p13"/>
              <p:cNvSpPr/>
              <p:nvPr/>
            </p:nvSpPr>
            <p:spPr>
              <a:xfrm>
                <a:off x="2684463" y="68865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6" name="Google Shape;196;p13"/>
              <p:cNvSpPr/>
              <p:nvPr/>
            </p:nvSpPr>
            <p:spPr>
              <a:xfrm>
                <a:off x="2921000" y="68849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7" name="Google Shape;197;p13"/>
              <p:cNvSpPr/>
              <p:nvPr/>
            </p:nvSpPr>
            <p:spPr>
              <a:xfrm>
                <a:off x="3157538" y="68865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8" name="Google Shape;198;p13"/>
              <p:cNvSpPr/>
              <p:nvPr/>
            </p:nvSpPr>
            <p:spPr>
              <a:xfrm>
                <a:off x="3394075" y="68849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9" name="Google Shape;199;p13"/>
              <p:cNvSpPr/>
              <p:nvPr/>
            </p:nvSpPr>
            <p:spPr>
              <a:xfrm>
                <a:off x="754063" y="63674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0" name="Google Shape;200;p13"/>
              <p:cNvSpPr/>
              <p:nvPr/>
            </p:nvSpPr>
            <p:spPr>
              <a:xfrm>
                <a:off x="990600" y="6365875"/>
                <a:ext cx="17621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1" name="Google Shape;201;p13"/>
              <p:cNvSpPr/>
              <p:nvPr/>
            </p:nvSpPr>
            <p:spPr>
              <a:xfrm>
                <a:off x="1227138" y="63674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2" name="Google Shape;202;p13"/>
              <p:cNvSpPr/>
              <p:nvPr/>
            </p:nvSpPr>
            <p:spPr>
              <a:xfrm>
                <a:off x="1462088" y="63658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3" name="Google Shape;203;p13"/>
              <p:cNvSpPr/>
              <p:nvPr/>
            </p:nvSpPr>
            <p:spPr>
              <a:xfrm>
                <a:off x="1698625" y="6367463"/>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4" name="Google Shape;204;p13"/>
              <p:cNvSpPr/>
              <p:nvPr/>
            </p:nvSpPr>
            <p:spPr>
              <a:xfrm>
                <a:off x="1933575" y="63658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5" name="Google Shape;205;p13"/>
              <p:cNvSpPr/>
              <p:nvPr/>
            </p:nvSpPr>
            <p:spPr>
              <a:xfrm>
                <a:off x="2201863" y="63674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6" name="Google Shape;206;p13"/>
              <p:cNvSpPr/>
              <p:nvPr/>
            </p:nvSpPr>
            <p:spPr>
              <a:xfrm>
                <a:off x="2457450" y="6365875"/>
                <a:ext cx="17621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7" name="Google Shape;207;p13"/>
              <p:cNvSpPr/>
              <p:nvPr/>
            </p:nvSpPr>
            <p:spPr>
              <a:xfrm>
                <a:off x="2690813" y="6367463"/>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8" name="Google Shape;208;p13"/>
              <p:cNvSpPr/>
              <p:nvPr/>
            </p:nvSpPr>
            <p:spPr>
              <a:xfrm>
                <a:off x="2928938" y="63658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9" name="Google Shape;209;p13"/>
              <p:cNvSpPr/>
              <p:nvPr/>
            </p:nvSpPr>
            <p:spPr>
              <a:xfrm>
                <a:off x="3165475" y="6367463"/>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10" name="Google Shape;210;p13"/>
              <p:cNvSpPr/>
              <p:nvPr/>
            </p:nvSpPr>
            <p:spPr>
              <a:xfrm>
                <a:off x="3400425" y="63658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Frames\19980626_CNN\001588.jpg" id="211" name="Google Shape;211;p13"/>
              <p:cNvPicPr preferRelativeResize="0"/>
              <p:nvPr/>
            </p:nvPicPr>
            <p:blipFill rotWithShape="1">
              <a:blip r:embed="rId19">
                <a:alphaModFix/>
              </a:blip>
              <a:srcRect b="0" l="0" r="0" t="0"/>
              <a:stretch/>
            </p:blipFill>
            <p:spPr>
              <a:xfrm>
                <a:off x="760190" y="6452045"/>
                <a:ext cx="539490" cy="414528"/>
              </a:xfrm>
              <a:prstGeom prst="rect">
                <a:avLst/>
              </a:prstGeom>
              <a:noFill/>
              <a:ln>
                <a:noFill/>
              </a:ln>
            </p:spPr>
          </p:pic>
          <p:pic>
            <p:nvPicPr>
              <p:cNvPr descr="G:\ICVS\CNNFrames\19980626_CNN\001590.jpg" id="212" name="Google Shape;212;p13"/>
              <p:cNvPicPr preferRelativeResize="0"/>
              <p:nvPr/>
            </p:nvPicPr>
            <p:blipFill rotWithShape="1">
              <a:blip r:embed="rId20">
                <a:alphaModFix/>
              </a:blip>
              <a:srcRect b="0" l="0" r="0" t="0"/>
              <a:stretch/>
            </p:blipFill>
            <p:spPr>
              <a:xfrm>
                <a:off x="1316539" y="6452045"/>
                <a:ext cx="539490" cy="414528"/>
              </a:xfrm>
              <a:prstGeom prst="rect">
                <a:avLst/>
              </a:prstGeom>
              <a:noFill/>
              <a:ln>
                <a:noFill/>
              </a:ln>
            </p:spPr>
          </p:pic>
          <p:pic>
            <p:nvPicPr>
              <p:cNvPr descr="G:\ICVS\CNNFrames\19980626_CNN\001596.jpg" id="213" name="Google Shape;213;p13"/>
              <p:cNvPicPr preferRelativeResize="0"/>
              <p:nvPr/>
            </p:nvPicPr>
            <p:blipFill rotWithShape="1">
              <a:blip r:embed="rId21">
                <a:alphaModFix/>
              </a:blip>
              <a:srcRect b="0" l="0" r="0" t="0"/>
              <a:stretch/>
            </p:blipFill>
            <p:spPr>
              <a:xfrm>
                <a:off x="2985587" y="6452045"/>
                <a:ext cx="539490" cy="414528"/>
              </a:xfrm>
              <a:prstGeom prst="rect">
                <a:avLst/>
              </a:prstGeom>
              <a:noFill/>
              <a:ln>
                <a:noFill/>
              </a:ln>
            </p:spPr>
          </p:pic>
          <p:pic>
            <p:nvPicPr>
              <p:cNvPr descr="G:\ICVS\CNNFrames\19980626_CNN\001600.jpg" id="214" name="Google Shape;214;p13"/>
              <p:cNvPicPr preferRelativeResize="0"/>
              <p:nvPr/>
            </p:nvPicPr>
            <p:blipFill rotWithShape="1">
              <a:blip r:embed="rId22">
                <a:alphaModFix/>
              </a:blip>
              <a:srcRect b="0" l="0" r="0" t="0"/>
              <a:stretch/>
            </p:blipFill>
            <p:spPr>
              <a:xfrm>
                <a:off x="2429238" y="6452045"/>
                <a:ext cx="539490" cy="414528"/>
              </a:xfrm>
              <a:prstGeom prst="rect">
                <a:avLst/>
              </a:prstGeom>
              <a:noFill/>
              <a:ln>
                <a:noFill/>
              </a:ln>
            </p:spPr>
          </p:pic>
          <p:pic>
            <p:nvPicPr>
              <p:cNvPr descr="G:\ICVS\CNNFrames\19980626_CNN\001630.jpg" id="215" name="Google Shape;215;p13"/>
              <p:cNvPicPr preferRelativeResize="0"/>
              <p:nvPr/>
            </p:nvPicPr>
            <p:blipFill rotWithShape="1">
              <a:blip r:embed="rId23">
                <a:alphaModFix/>
              </a:blip>
              <a:srcRect b="0" l="0" r="0" t="0"/>
              <a:stretch/>
            </p:blipFill>
            <p:spPr>
              <a:xfrm>
                <a:off x="1872888" y="6452045"/>
                <a:ext cx="539490" cy="414528"/>
              </a:xfrm>
              <a:prstGeom prst="rect">
                <a:avLst/>
              </a:prstGeom>
              <a:noFill/>
              <a:ln>
                <a:noFill/>
              </a:ln>
            </p:spPr>
          </p:pic>
        </p:grpSp>
        <p:sp>
          <p:nvSpPr>
            <p:cNvPr id="216" name="Google Shape;216;p13"/>
            <p:cNvSpPr txBox="1"/>
            <p:nvPr/>
          </p:nvSpPr>
          <p:spPr>
            <a:xfrm>
              <a:off x="2526506" y="5892006"/>
              <a:ext cx="192024" cy="192024"/>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17" name="Google Shape;217;p13"/>
            <p:cNvSpPr txBox="1"/>
            <p:nvPr/>
          </p:nvSpPr>
          <p:spPr>
            <a:xfrm>
              <a:off x="3077432" y="5892006"/>
              <a:ext cx="192024" cy="192024"/>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18" name="Google Shape;218;p13"/>
            <p:cNvSpPr txBox="1"/>
            <p:nvPr/>
          </p:nvSpPr>
          <p:spPr>
            <a:xfrm>
              <a:off x="3602831" y="5872956"/>
              <a:ext cx="192024" cy="192024"/>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19" name="Google Shape;219;p13"/>
            <p:cNvSpPr txBox="1"/>
            <p:nvPr/>
          </p:nvSpPr>
          <p:spPr>
            <a:xfrm>
              <a:off x="4191857" y="5863431"/>
              <a:ext cx="192024" cy="192024"/>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0" name="Google Shape;220;p13"/>
            <p:cNvSpPr txBox="1"/>
            <p:nvPr/>
          </p:nvSpPr>
          <p:spPr>
            <a:xfrm>
              <a:off x="4736306" y="5892006"/>
              <a:ext cx="192024" cy="192024"/>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221" name="Google Shape;221;p13"/>
          <p:cNvGrpSpPr/>
          <p:nvPr/>
        </p:nvGrpSpPr>
        <p:grpSpPr>
          <a:xfrm>
            <a:off x="785812" y="6872287"/>
            <a:ext cx="2882900" cy="622300"/>
            <a:chOff x="2297906" y="6536531"/>
            <a:chExt cx="2882900" cy="622300"/>
          </a:xfrm>
        </p:grpSpPr>
        <p:grpSp>
          <p:nvGrpSpPr>
            <p:cNvPr id="222" name="Google Shape;222;p13"/>
            <p:cNvGrpSpPr/>
            <p:nvPr/>
          </p:nvGrpSpPr>
          <p:grpSpPr>
            <a:xfrm>
              <a:off x="2297906" y="6536531"/>
              <a:ext cx="2882900" cy="622300"/>
              <a:chOff x="709613" y="7021513"/>
              <a:chExt cx="2882900" cy="622300"/>
            </a:xfrm>
          </p:grpSpPr>
          <p:sp>
            <p:nvSpPr>
              <p:cNvPr id="223" name="Google Shape;223;p13"/>
              <p:cNvSpPr txBox="1"/>
              <p:nvPr/>
            </p:nvSpPr>
            <p:spPr>
              <a:xfrm>
                <a:off x="709613" y="7021513"/>
                <a:ext cx="2882900" cy="622300"/>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4" name="Google Shape;224;p13"/>
              <p:cNvSpPr/>
              <p:nvPr/>
            </p:nvSpPr>
            <p:spPr>
              <a:xfrm>
                <a:off x="746125" y="75596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5" name="Google Shape;225;p13"/>
              <p:cNvSpPr/>
              <p:nvPr/>
            </p:nvSpPr>
            <p:spPr>
              <a:xfrm>
                <a:off x="982663" y="7558088"/>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6" name="Google Shape;226;p13"/>
              <p:cNvSpPr/>
              <p:nvPr/>
            </p:nvSpPr>
            <p:spPr>
              <a:xfrm>
                <a:off x="1217613" y="75596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7" name="Google Shape;227;p13"/>
              <p:cNvSpPr/>
              <p:nvPr/>
            </p:nvSpPr>
            <p:spPr>
              <a:xfrm>
                <a:off x="1455738" y="7558088"/>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8" name="Google Shape;228;p13"/>
              <p:cNvSpPr/>
              <p:nvPr/>
            </p:nvSpPr>
            <p:spPr>
              <a:xfrm>
                <a:off x="1690688" y="75596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9" name="Google Shape;229;p13"/>
              <p:cNvSpPr/>
              <p:nvPr/>
            </p:nvSpPr>
            <p:spPr>
              <a:xfrm>
                <a:off x="1927225" y="75580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0" name="Google Shape;230;p13"/>
              <p:cNvSpPr/>
              <p:nvPr/>
            </p:nvSpPr>
            <p:spPr>
              <a:xfrm>
                <a:off x="2201863" y="7559675"/>
                <a:ext cx="176212"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1" name="Google Shape;231;p13"/>
              <p:cNvSpPr/>
              <p:nvPr/>
            </p:nvSpPr>
            <p:spPr>
              <a:xfrm>
                <a:off x="2447925" y="7558088"/>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2" name="Google Shape;232;p13"/>
              <p:cNvSpPr/>
              <p:nvPr/>
            </p:nvSpPr>
            <p:spPr>
              <a:xfrm>
                <a:off x="2684463" y="75596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3" name="Google Shape;233;p13"/>
              <p:cNvSpPr/>
              <p:nvPr/>
            </p:nvSpPr>
            <p:spPr>
              <a:xfrm>
                <a:off x="2921000" y="75580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4" name="Google Shape;234;p13"/>
              <p:cNvSpPr/>
              <p:nvPr/>
            </p:nvSpPr>
            <p:spPr>
              <a:xfrm>
                <a:off x="3157538" y="75596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5" name="Google Shape;235;p13"/>
              <p:cNvSpPr/>
              <p:nvPr/>
            </p:nvSpPr>
            <p:spPr>
              <a:xfrm>
                <a:off x="3394075" y="75580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6" name="Google Shape;236;p13"/>
              <p:cNvSpPr/>
              <p:nvPr/>
            </p:nvSpPr>
            <p:spPr>
              <a:xfrm>
                <a:off x="754063" y="70405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7" name="Google Shape;237;p13"/>
              <p:cNvSpPr/>
              <p:nvPr/>
            </p:nvSpPr>
            <p:spPr>
              <a:xfrm>
                <a:off x="990600" y="7038975"/>
                <a:ext cx="17621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8" name="Google Shape;238;p13"/>
              <p:cNvSpPr/>
              <p:nvPr/>
            </p:nvSpPr>
            <p:spPr>
              <a:xfrm>
                <a:off x="1227138" y="70405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9" name="Google Shape;239;p13"/>
              <p:cNvSpPr/>
              <p:nvPr/>
            </p:nvSpPr>
            <p:spPr>
              <a:xfrm>
                <a:off x="1462088" y="70389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0" name="Google Shape;240;p13"/>
              <p:cNvSpPr/>
              <p:nvPr/>
            </p:nvSpPr>
            <p:spPr>
              <a:xfrm>
                <a:off x="1698625" y="7040563"/>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1" name="Google Shape;241;p13"/>
              <p:cNvSpPr/>
              <p:nvPr/>
            </p:nvSpPr>
            <p:spPr>
              <a:xfrm>
                <a:off x="1933575" y="70389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2" name="Google Shape;242;p13"/>
              <p:cNvSpPr/>
              <p:nvPr/>
            </p:nvSpPr>
            <p:spPr>
              <a:xfrm>
                <a:off x="2201863" y="70405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3" name="Google Shape;243;p13"/>
              <p:cNvSpPr/>
              <p:nvPr/>
            </p:nvSpPr>
            <p:spPr>
              <a:xfrm>
                <a:off x="2457450" y="7038975"/>
                <a:ext cx="17621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4" name="Google Shape;244;p13"/>
              <p:cNvSpPr/>
              <p:nvPr/>
            </p:nvSpPr>
            <p:spPr>
              <a:xfrm>
                <a:off x="2690813" y="7040563"/>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5" name="Google Shape;245;p13"/>
              <p:cNvSpPr/>
              <p:nvPr/>
            </p:nvSpPr>
            <p:spPr>
              <a:xfrm>
                <a:off x="2928938" y="70389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6" name="Google Shape;246;p13"/>
              <p:cNvSpPr/>
              <p:nvPr/>
            </p:nvSpPr>
            <p:spPr>
              <a:xfrm>
                <a:off x="3165475" y="7040563"/>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7" name="Google Shape;247;p13"/>
              <p:cNvSpPr/>
              <p:nvPr/>
            </p:nvSpPr>
            <p:spPr>
              <a:xfrm>
                <a:off x="3400425" y="70389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ABCFrames\19980610_ABC\001054.jpg" id="248" name="Google Shape;248;p13"/>
              <p:cNvPicPr preferRelativeResize="0"/>
              <p:nvPr/>
            </p:nvPicPr>
            <p:blipFill rotWithShape="1">
              <a:blip r:embed="rId24">
                <a:alphaModFix/>
              </a:blip>
              <a:srcRect b="0" l="0" r="0" t="0"/>
              <a:stretch/>
            </p:blipFill>
            <p:spPr>
              <a:xfrm>
                <a:off x="2460848" y="7119176"/>
                <a:ext cx="556349" cy="427482"/>
              </a:xfrm>
              <a:prstGeom prst="rect">
                <a:avLst/>
              </a:prstGeom>
              <a:noFill/>
              <a:ln>
                <a:noFill/>
              </a:ln>
            </p:spPr>
          </p:pic>
          <p:pic>
            <p:nvPicPr>
              <p:cNvPr descr="G:\ICVS\ABCFrames\19980610_ABC\001058.jpg" id="249" name="Google Shape;249;p13"/>
              <p:cNvPicPr preferRelativeResize="0"/>
              <p:nvPr/>
            </p:nvPicPr>
            <p:blipFill rotWithShape="1">
              <a:blip r:embed="rId25">
                <a:alphaModFix/>
              </a:blip>
              <a:srcRect b="0" l="0" r="0" t="0"/>
              <a:stretch/>
            </p:blipFill>
            <p:spPr>
              <a:xfrm>
                <a:off x="3017197" y="7112699"/>
                <a:ext cx="556349" cy="427482"/>
              </a:xfrm>
              <a:prstGeom prst="rect">
                <a:avLst/>
              </a:prstGeom>
              <a:noFill/>
              <a:ln>
                <a:noFill/>
              </a:ln>
            </p:spPr>
          </p:pic>
          <p:pic>
            <p:nvPicPr>
              <p:cNvPr descr="G:\ICVS\ABCFrames\19980610_ABC\001005.jpg" id="250" name="Google Shape;250;p13"/>
              <p:cNvPicPr preferRelativeResize="0"/>
              <p:nvPr/>
            </p:nvPicPr>
            <p:blipFill rotWithShape="1">
              <a:blip r:embed="rId26">
                <a:alphaModFix/>
              </a:blip>
              <a:srcRect b="0" l="0" r="0" t="0"/>
              <a:stretch/>
            </p:blipFill>
            <p:spPr>
              <a:xfrm>
                <a:off x="747546" y="7119176"/>
                <a:ext cx="556349" cy="427482"/>
              </a:xfrm>
              <a:prstGeom prst="rect">
                <a:avLst/>
              </a:prstGeom>
              <a:noFill/>
              <a:ln>
                <a:noFill/>
              </a:ln>
            </p:spPr>
          </p:pic>
          <p:pic>
            <p:nvPicPr>
              <p:cNvPr descr="G:\ICVS\ABCFrames\19980610_ABC\001012.jpg" id="251" name="Google Shape;251;p13"/>
              <p:cNvPicPr preferRelativeResize="0"/>
              <p:nvPr/>
            </p:nvPicPr>
            <p:blipFill rotWithShape="1">
              <a:blip r:embed="rId27">
                <a:alphaModFix/>
              </a:blip>
              <a:srcRect b="0" l="0" r="0" t="0"/>
              <a:stretch/>
            </p:blipFill>
            <p:spPr>
              <a:xfrm>
                <a:off x="1316539" y="7125653"/>
                <a:ext cx="556349" cy="427482"/>
              </a:xfrm>
              <a:prstGeom prst="rect">
                <a:avLst/>
              </a:prstGeom>
              <a:noFill/>
              <a:ln>
                <a:noFill/>
              </a:ln>
            </p:spPr>
          </p:pic>
          <p:pic>
            <p:nvPicPr>
              <p:cNvPr descr="G:\ICVS\ABCFrames\19980610_ABC\001022.jpg" id="252" name="Google Shape;252;p13"/>
              <p:cNvPicPr preferRelativeResize="0"/>
              <p:nvPr/>
            </p:nvPicPr>
            <p:blipFill rotWithShape="1">
              <a:blip r:embed="rId28">
                <a:alphaModFix/>
              </a:blip>
              <a:srcRect b="0" l="0" r="0" t="0"/>
              <a:stretch/>
            </p:blipFill>
            <p:spPr>
              <a:xfrm>
                <a:off x="1889748" y="7112699"/>
                <a:ext cx="556349" cy="427482"/>
              </a:xfrm>
              <a:prstGeom prst="rect">
                <a:avLst/>
              </a:prstGeom>
              <a:noFill/>
              <a:ln>
                <a:noFill/>
              </a:ln>
            </p:spPr>
          </p:pic>
        </p:grpSp>
        <p:sp>
          <p:nvSpPr>
            <p:cNvPr id="253" name="Google Shape;253;p13"/>
            <p:cNvSpPr txBox="1"/>
            <p:nvPr/>
          </p:nvSpPr>
          <p:spPr>
            <a:xfrm>
              <a:off x="2503646" y="6673056"/>
              <a:ext cx="118872" cy="11887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54" name="Google Shape;254;p13"/>
            <p:cNvSpPr txBox="1"/>
            <p:nvPr/>
          </p:nvSpPr>
          <p:spPr>
            <a:xfrm>
              <a:off x="3069431" y="6682581"/>
              <a:ext cx="118872" cy="11887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55" name="Google Shape;255;p13"/>
            <p:cNvSpPr txBox="1"/>
            <p:nvPr/>
          </p:nvSpPr>
          <p:spPr>
            <a:xfrm>
              <a:off x="3645884" y="6663531"/>
              <a:ext cx="118872" cy="11887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56" name="Google Shape;256;p13"/>
            <p:cNvSpPr txBox="1"/>
            <p:nvPr/>
          </p:nvSpPr>
          <p:spPr>
            <a:xfrm>
              <a:off x="4202906" y="6673056"/>
              <a:ext cx="118872" cy="11887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57" name="Google Shape;257;p13"/>
            <p:cNvSpPr txBox="1"/>
            <p:nvPr/>
          </p:nvSpPr>
          <p:spPr>
            <a:xfrm>
              <a:off x="4769834" y="6663531"/>
              <a:ext cx="118872" cy="11887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258" name="Google Shape;258;p13"/>
          <p:cNvGrpSpPr/>
          <p:nvPr/>
        </p:nvGrpSpPr>
        <p:grpSpPr>
          <a:xfrm>
            <a:off x="792162" y="7634287"/>
            <a:ext cx="2876550" cy="622300"/>
            <a:chOff x="2304256" y="7336631"/>
            <a:chExt cx="2876550" cy="622300"/>
          </a:xfrm>
        </p:grpSpPr>
        <p:grpSp>
          <p:nvGrpSpPr>
            <p:cNvPr id="259" name="Google Shape;259;p13"/>
            <p:cNvGrpSpPr/>
            <p:nvPr/>
          </p:nvGrpSpPr>
          <p:grpSpPr>
            <a:xfrm>
              <a:off x="2304256" y="7336631"/>
              <a:ext cx="2876550" cy="622300"/>
              <a:chOff x="1078706" y="7939881"/>
              <a:chExt cx="3124200" cy="622300"/>
            </a:xfrm>
          </p:grpSpPr>
          <p:sp>
            <p:nvSpPr>
              <p:cNvPr id="260" name="Google Shape;260;p13"/>
              <p:cNvSpPr txBox="1"/>
              <p:nvPr/>
            </p:nvSpPr>
            <p:spPr>
              <a:xfrm>
                <a:off x="1078706" y="7939881"/>
                <a:ext cx="3124200" cy="622300"/>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1" name="Google Shape;261;p13"/>
              <p:cNvSpPr/>
              <p:nvPr/>
            </p:nvSpPr>
            <p:spPr>
              <a:xfrm>
                <a:off x="1118361" y="8478043"/>
                <a:ext cx="191384"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2" name="Google Shape;262;p13"/>
              <p:cNvSpPr/>
              <p:nvPr/>
            </p:nvSpPr>
            <p:spPr>
              <a:xfrm>
                <a:off x="1373539" y="8476456"/>
                <a:ext cx="193107"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3" name="Google Shape;263;p13"/>
              <p:cNvSpPr/>
              <p:nvPr/>
            </p:nvSpPr>
            <p:spPr>
              <a:xfrm>
                <a:off x="1628716" y="8478043"/>
                <a:ext cx="193107"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4" name="Google Shape;264;p13"/>
              <p:cNvSpPr/>
              <p:nvPr/>
            </p:nvSpPr>
            <p:spPr>
              <a:xfrm>
                <a:off x="1887342" y="8476456"/>
                <a:ext cx="191384"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5" name="Google Shape;265;p13"/>
              <p:cNvSpPr/>
              <p:nvPr/>
            </p:nvSpPr>
            <p:spPr>
              <a:xfrm>
                <a:off x="2142520" y="8478043"/>
                <a:ext cx="191384"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6" name="Google Shape;266;p13"/>
              <p:cNvSpPr/>
              <p:nvPr/>
            </p:nvSpPr>
            <p:spPr>
              <a:xfrm>
                <a:off x="2397697" y="8476456"/>
                <a:ext cx="193107"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7" name="Google Shape;267;p13"/>
              <p:cNvSpPr/>
              <p:nvPr/>
            </p:nvSpPr>
            <p:spPr>
              <a:xfrm>
                <a:off x="2695980" y="8478043"/>
                <a:ext cx="19138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8" name="Google Shape;268;p13"/>
              <p:cNvSpPr/>
              <p:nvPr/>
            </p:nvSpPr>
            <p:spPr>
              <a:xfrm>
                <a:off x="2963226" y="8476456"/>
                <a:ext cx="191384"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9" name="Google Shape;269;p13"/>
              <p:cNvSpPr/>
              <p:nvPr/>
            </p:nvSpPr>
            <p:spPr>
              <a:xfrm>
                <a:off x="3218403" y="8478043"/>
                <a:ext cx="193107"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0" name="Google Shape;270;p13"/>
              <p:cNvSpPr/>
              <p:nvPr/>
            </p:nvSpPr>
            <p:spPr>
              <a:xfrm>
                <a:off x="3475305" y="8476456"/>
                <a:ext cx="19138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1" name="Google Shape;271;p13"/>
              <p:cNvSpPr/>
              <p:nvPr/>
            </p:nvSpPr>
            <p:spPr>
              <a:xfrm>
                <a:off x="3732206" y="8478043"/>
                <a:ext cx="191384"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2" name="Google Shape;272;p13"/>
              <p:cNvSpPr/>
              <p:nvPr/>
            </p:nvSpPr>
            <p:spPr>
              <a:xfrm>
                <a:off x="3987384" y="8476456"/>
                <a:ext cx="191384"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3" name="Google Shape;273;p13"/>
              <p:cNvSpPr/>
              <p:nvPr/>
            </p:nvSpPr>
            <p:spPr>
              <a:xfrm>
                <a:off x="1126983" y="7958931"/>
                <a:ext cx="19138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4" name="Google Shape;274;p13"/>
              <p:cNvSpPr/>
              <p:nvPr/>
            </p:nvSpPr>
            <p:spPr>
              <a:xfrm>
                <a:off x="1383884" y="7957343"/>
                <a:ext cx="189659"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5" name="Google Shape;275;p13"/>
              <p:cNvSpPr/>
              <p:nvPr/>
            </p:nvSpPr>
            <p:spPr>
              <a:xfrm>
                <a:off x="1639061" y="7958931"/>
                <a:ext cx="191384"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6" name="Google Shape;276;p13"/>
              <p:cNvSpPr/>
              <p:nvPr/>
            </p:nvSpPr>
            <p:spPr>
              <a:xfrm>
                <a:off x="1894239" y="7957343"/>
                <a:ext cx="193107"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7" name="Google Shape;277;p13"/>
              <p:cNvSpPr/>
              <p:nvPr/>
            </p:nvSpPr>
            <p:spPr>
              <a:xfrm>
                <a:off x="2149416" y="7958931"/>
                <a:ext cx="193107"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8" name="Google Shape;278;p13"/>
              <p:cNvSpPr/>
              <p:nvPr/>
            </p:nvSpPr>
            <p:spPr>
              <a:xfrm>
                <a:off x="2406319" y="7957343"/>
                <a:ext cx="19138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9" name="Google Shape;279;p13"/>
              <p:cNvSpPr/>
              <p:nvPr/>
            </p:nvSpPr>
            <p:spPr>
              <a:xfrm>
                <a:off x="2695980" y="7958931"/>
                <a:ext cx="19138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80" name="Google Shape;280;p13"/>
              <p:cNvSpPr/>
              <p:nvPr/>
            </p:nvSpPr>
            <p:spPr>
              <a:xfrm>
                <a:off x="2971847" y="7957343"/>
                <a:ext cx="19138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81" name="Google Shape;281;p13"/>
              <p:cNvSpPr/>
              <p:nvPr/>
            </p:nvSpPr>
            <p:spPr>
              <a:xfrm>
                <a:off x="3227025" y="7958931"/>
                <a:ext cx="19138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82" name="Google Shape;282;p13"/>
              <p:cNvSpPr/>
              <p:nvPr/>
            </p:nvSpPr>
            <p:spPr>
              <a:xfrm>
                <a:off x="3483926" y="7957343"/>
                <a:ext cx="191384"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83" name="Google Shape;283;p13"/>
              <p:cNvSpPr/>
              <p:nvPr/>
            </p:nvSpPr>
            <p:spPr>
              <a:xfrm>
                <a:off x="3739103" y="7958931"/>
                <a:ext cx="193107"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84" name="Google Shape;284;p13"/>
              <p:cNvSpPr/>
              <p:nvPr/>
            </p:nvSpPr>
            <p:spPr>
              <a:xfrm>
                <a:off x="3994281" y="7957343"/>
                <a:ext cx="193107"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id="285" name="Google Shape;285;p13"/>
              <p:cNvPicPr preferRelativeResize="0"/>
              <p:nvPr/>
            </p:nvPicPr>
            <p:blipFill rotWithShape="1">
              <a:blip r:embed="rId29">
                <a:alphaModFix/>
              </a:blip>
              <a:srcRect b="0" l="0" r="0" t="0"/>
              <a:stretch/>
            </p:blipFill>
            <p:spPr>
              <a:xfrm>
                <a:off x="1129507" y="8041481"/>
                <a:ext cx="304800" cy="418979"/>
              </a:xfrm>
              <a:prstGeom prst="rect">
                <a:avLst/>
              </a:prstGeom>
              <a:noFill/>
              <a:ln>
                <a:noFill/>
              </a:ln>
            </p:spPr>
          </p:pic>
          <p:pic>
            <p:nvPicPr>
              <p:cNvPr descr="C:\Documents and Settings\Sheetal\デスクトップ\Images SITIS\clin3.png" id="286" name="Google Shape;286;p13"/>
              <p:cNvPicPr preferRelativeResize="0"/>
              <p:nvPr/>
            </p:nvPicPr>
            <p:blipFill rotWithShape="1">
              <a:blip r:embed="rId30">
                <a:alphaModFix/>
              </a:blip>
              <a:srcRect b="0" l="0" r="0" t="0"/>
              <a:stretch/>
            </p:blipFill>
            <p:spPr>
              <a:xfrm>
                <a:off x="2702010" y="8039675"/>
                <a:ext cx="605546" cy="419745"/>
              </a:xfrm>
              <a:prstGeom prst="rect">
                <a:avLst/>
              </a:prstGeom>
              <a:noFill/>
              <a:ln>
                <a:noFill/>
              </a:ln>
            </p:spPr>
          </p:pic>
          <p:pic>
            <p:nvPicPr>
              <p:cNvPr descr="C:\Documents and Settings\Sheetal\デスクトップ\Images SITIS\clin7.png" id="287" name="Google Shape;287;p13"/>
              <p:cNvPicPr preferRelativeResize="0"/>
              <p:nvPr/>
            </p:nvPicPr>
            <p:blipFill rotWithShape="1">
              <a:blip r:embed="rId31">
                <a:alphaModFix/>
              </a:blip>
              <a:srcRect b="0" l="0" r="0" t="0"/>
              <a:stretch/>
            </p:blipFill>
            <p:spPr>
              <a:xfrm>
                <a:off x="1445417" y="8041481"/>
                <a:ext cx="609600" cy="422555"/>
              </a:xfrm>
              <a:prstGeom prst="rect">
                <a:avLst/>
              </a:prstGeom>
              <a:noFill/>
              <a:ln>
                <a:noFill/>
              </a:ln>
            </p:spPr>
          </p:pic>
          <p:pic>
            <p:nvPicPr>
              <p:cNvPr id="288" name="Google Shape;288;p13"/>
              <p:cNvPicPr preferRelativeResize="0"/>
              <p:nvPr/>
            </p:nvPicPr>
            <p:blipFill rotWithShape="1">
              <a:blip r:embed="rId32">
                <a:alphaModFix/>
              </a:blip>
              <a:srcRect b="0" l="0" r="0" t="0"/>
              <a:stretch/>
            </p:blipFill>
            <p:spPr>
              <a:xfrm>
                <a:off x="3960017" y="8039896"/>
                <a:ext cx="190967" cy="420624"/>
              </a:xfrm>
              <a:prstGeom prst="rect">
                <a:avLst/>
              </a:prstGeom>
              <a:noFill/>
              <a:ln>
                <a:noFill/>
              </a:ln>
            </p:spPr>
          </p:pic>
          <p:pic>
            <p:nvPicPr>
              <p:cNvPr descr="C:\Documents and Settings\Sheetal\デスクトップ\Images SITIS\clin2.png" id="289" name="Google Shape;289;p13"/>
              <p:cNvPicPr preferRelativeResize="0"/>
              <p:nvPr/>
            </p:nvPicPr>
            <p:blipFill rotWithShape="1">
              <a:blip r:embed="rId33">
                <a:alphaModFix/>
              </a:blip>
              <a:srcRect b="0" l="0" r="0" t="0"/>
              <a:stretch/>
            </p:blipFill>
            <p:spPr>
              <a:xfrm>
                <a:off x="2078831" y="8041201"/>
                <a:ext cx="609600" cy="422555"/>
              </a:xfrm>
              <a:prstGeom prst="rect">
                <a:avLst/>
              </a:prstGeom>
              <a:noFill/>
              <a:ln>
                <a:noFill/>
              </a:ln>
            </p:spPr>
          </p:pic>
          <p:pic>
            <p:nvPicPr>
              <p:cNvPr descr="C:\Documents and Settings\Sheetal\デスクトップ\Images SITIS\clin1.png" id="290" name="Google Shape;290;p13"/>
              <p:cNvPicPr preferRelativeResize="0"/>
              <p:nvPr/>
            </p:nvPicPr>
            <p:blipFill rotWithShape="1">
              <a:blip r:embed="rId34">
                <a:alphaModFix/>
              </a:blip>
              <a:srcRect b="0" l="0" r="0" t="0"/>
              <a:stretch/>
            </p:blipFill>
            <p:spPr>
              <a:xfrm>
                <a:off x="3326607" y="8035131"/>
                <a:ext cx="609600" cy="422555"/>
              </a:xfrm>
              <a:prstGeom prst="rect">
                <a:avLst/>
              </a:prstGeom>
              <a:noFill/>
              <a:ln>
                <a:noFill/>
              </a:ln>
            </p:spPr>
          </p:pic>
        </p:grpSp>
        <p:sp>
          <p:nvSpPr>
            <p:cNvPr id="291" name="Google Shape;291;p13"/>
            <p:cNvSpPr txBox="1"/>
            <p:nvPr/>
          </p:nvSpPr>
          <p:spPr>
            <a:xfrm>
              <a:off x="2839307" y="7473156"/>
              <a:ext cx="228600" cy="22860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92" name="Google Shape;292;p13"/>
            <p:cNvSpPr txBox="1"/>
            <p:nvPr/>
          </p:nvSpPr>
          <p:spPr>
            <a:xfrm>
              <a:off x="3412331" y="7511256"/>
              <a:ext cx="228600" cy="22860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93" name="Google Shape;293;p13"/>
            <p:cNvSpPr txBox="1"/>
            <p:nvPr/>
          </p:nvSpPr>
          <p:spPr>
            <a:xfrm>
              <a:off x="4050506" y="7473156"/>
              <a:ext cx="228600" cy="22860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94" name="Google Shape;294;p13"/>
            <p:cNvSpPr txBox="1"/>
            <p:nvPr/>
          </p:nvSpPr>
          <p:spPr>
            <a:xfrm>
              <a:off x="4536281" y="7501731"/>
              <a:ext cx="228600" cy="22860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295" name="Google Shape;295;p13"/>
          <p:cNvGrpSpPr/>
          <p:nvPr/>
        </p:nvGrpSpPr>
        <p:grpSpPr>
          <a:xfrm>
            <a:off x="7097712" y="12180887"/>
            <a:ext cx="2895600" cy="1295400"/>
            <a:chOff x="3898106" y="10606881"/>
            <a:chExt cx="2731294" cy="1219200"/>
          </a:xfrm>
        </p:grpSpPr>
        <p:sp>
          <p:nvSpPr>
            <p:cNvPr id="296" name="Google Shape;296;p13"/>
            <p:cNvSpPr txBox="1"/>
            <p:nvPr/>
          </p:nvSpPr>
          <p:spPr>
            <a:xfrm>
              <a:off x="3898106" y="10606881"/>
              <a:ext cx="2731294" cy="1219200"/>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nvGrpSpPr>
            <p:cNvPr id="297" name="Google Shape;297;p13"/>
            <p:cNvGrpSpPr/>
            <p:nvPr/>
          </p:nvGrpSpPr>
          <p:grpSpPr>
            <a:xfrm>
              <a:off x="3980298" y="10642740"/>
              <a:ext cx="2569738" cy="1132541"/>
              <a:chOff x="3980298" y="10642740"/>
              <a:chExt cx="2569738" cy="1132541"/>
            </a:xfrm>
          </p:grpSpPr>
          <p:grpSp>
            <p:nvGrpSpPr>
              <p:cNvPr id="298" name="Google Shape;298;p13"/>
              <p:cNvGrpSpPr/>
              <p:nvPr/>
            </p:nvGrpSpPr>
            <p:grpSpPr>
              <a:xfrm>
                <a:off x="3992444" y="11702069"/>
                <a:ext cx="2557592" cy="73212"/>
                <a:chOff x="3992444" y="11702069"/>
                <a:chExt cx="2557592" cy="73212"/>
              </a:xfrm>
            </p:grpSpPr>
            <p:sp>
              <p:nvSpPr>
                <p:cNvPr id="299" name="Google Shape;299;p13"/>
                <p:cNvSpPr/>
                <p:nvPr/>
              </p:nvSpPr>
              <p:spPr>
                <a:xfrm>
                  <a:off x="6040914" y="11703564"/>
                  <a:ext cx="94338"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0" name="Google Shape;300;p13"/>
                <p:cNvSpPr/>
                <p:nvPr/>
              </p:nvSpPr>
              <p:spPr>
                <a:xfrm>
                  <a:off x="6244563" y="11703564"/>
                  <a:ext cx="94338"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1" name="Google Shape;301;p13"/>
                <p:cNvSpPr/>
                <p:nvPr/>
              </p:nvSpPr>
              <p:spPr>
                <a:xfrm>
                  <a:off x="6455699" y="11703564"/>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2" name="Google Shape;302;p13"/>
                <p:cNvSpPr/>
                <p:nvPr/>
              </p:nvSpPr>
              <p:spPr>
                <a:xfrm>
                  <a:off x="5409003" y="11705057"/>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3" name="Google Shape;303;p13"/>
                <p:cNvSpPr/>
                <p:nvPr/>
              </p:nvSpPr>
              <p:spPr>
                <a:xfrm>
                  <a:off x="5612652" y="11705057"/>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4" name="Google Shape;304;p13"/>
                <p:cNvSpPr/>
                <p:nvPr/>
              </p:nvSpPr>
              <p:spPr>
                <a:xfrm>
                  <a:off x="5823788" y="11705057"/>
                  <a:ext cx="94337"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5" name="Google Shape;305;p13"/>
                <p:cNvSpPr/>
                <p:nvPr/>
              </p:nvSpPr>
              <p:spPr>
                <a:xfrm>
                  <a:off x="4799553" y="11703564"/>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6" name="Google Shape;306;p13"/>
                <p:cNvSpPr/>
                <p:nvPr/>
              </p:nvSpPr>
              <p:spPr>
                <a:xfrm>
                  <a:off x="5001705" y="11703564"/>
                  <a:ext cx="95835"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7" name="Google Shape;307;p13"/>
                <p:cNvSpPr/>
                <p:nvPr/>
              </p:nvSpPr>
              <p:spPr>
                <a:xfrm>
                  <a:off x="5212841" y="11703564"/>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8" name="Google Shape;308;p13"/>
                <p:cNvSpPr/>
                <p:nvPr/>
              </p:nvSpPr>
              <p:spPr>
                <a:xfrm>
                  <a:off x="4166144" y="11705057"/>
                  <a:ext cx="95835"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9" name="Google Shape;309;p13"/>
                <p:cNvSpPr/>
                <p:nvPr/>
              </p:nvSpPr>
              <p:spPr>
                <a:xfrm>
                  <a:off x="4369793" y="11705057"/>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0" name="Google Shape;310;p13"/>
                <p:cNvSpPr/>
                <p:nvPr/>
              </p:nvSpPr>
              <p:spPr>
                <a:xfrm>
                  <a:off x="4580930" y="11705057"/>
                  <a:ext cx="94337"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1" name="Google Shape;311;p13"/>
                <p:cNvSpPr/>
                <p:nvPr/>
              </p:nvSpPr>
              <p:spPr>
                <a:xfrm>
                  <a:off x="3992444" y="11702069"/>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sp>
            <p:nvSpPr>
              <p:cNvPr id="312" name="Google Shape;312;p13"/>
              <p:cNvSpPr/>
              <p:nvPr/>
            </p:nvSpPr>
            <p:spPr>
              <a:xfrm>
                <a:off x="6040914" y="10644233"/>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3" name="Google Shape;313;p13"/>
              <p:cNvSpPr/>
              <p:nvPr/>
            </p:nvSpPr>
            <p:spPr>
              <a:xfrm>
                <a:off x="6244563" y="10644233"/>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4" name="Google Shape;314;p13"/>
              <p:cNvSpPr/>
              <p:nvPr/>
            </p:nvSpPr>
            <p:spPr>
              <a:xfrm>
                <a:off x="6455699" y="10644233"/>
                <a:ext cx="94337"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5" name="Google Shape;315;p13"/>
              <p:cNvSpPr/>
              <p:nvPr/>
            </p:nvSpPr>
            <p:spPr>
              <a:xfrm>
                <a:off x="5409003" y="10645728"/>
                <a:ext cx="94338"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6" name="Google Shape;316;p13"/>
              <p:cNvSpPr/>
              <p:nvPr/>
            </p:nvSpPr>
            <p:spPr>
              <a:xfrm>
                <a:off x="5612652" y="10645728"/>
                <a:ext cx="94338"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7" name="Google Shape;317;p13"/>
              <p:cNvSpPr/>
              <p:nvPr/>
            </p:nvSpPr>
            <p:spPr>
              <a:xfrm>
                <a:off x="5823788" y="10645728"/>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8" name="Google Shape;318;p13"/>
              <p:cNvSpPr/>
              <p:nvPr/>
            </p:nvSpPr>
            <p:spPr>
              <a:xfrm>
                <a:off x="4799553" y="10644233"/>
                <a:ext cx="94337"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9" name="Google Shape;319;p13"/>
              <p:cNvSpPr/>
              <p:nvPr/>
            </p:nvSpPr>
            <p:spPr>
              <a:xfrm>
                <a:off x="5001704" y="10644233"/>
                <a:ext cx="95835"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20" name="Google Shape;320;p13"/>
              <p:cNvSpPr/>
              <p:nvPr/>
            </p:nvSpPr>
            <p:spPr>
              <a:xfrm>
                <a:off x="5212841" y="10644233"/>
                <a:ext cx="94337"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21" name="Google Shape;321;p13"/>
              <p:cNvSpPr/>
              <p:nvPr/>
            </p:nvSpPr>
            <p:spPr>
              <a:xfrm>
                <a:off x="4167642" y="10645728"/>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22" name="Google Shape;322;p13"/>
              <p:cNvSpPr/>
              <p:nvPr/>
            </p:nvSpPr>
            <p:spPr>
              <a:xfrm>
                <a:off x="4369793" y="10645728"/>
                <a:ext cx="95835"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23" name="Google Shape;323;p13"/>
              <p:cNvSpPr/>
              <p:nvPr/>
            </p:nvSpPr>
            <p:spPr>
              <a:xfrm>
                <a:off x="4580930" y="10645728"/>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24" name="Google Shape;324;p13"/>
              <p:cNvSpPr/>
              <p:nvPr/>
            </p:nvSpPr>
            <p:spPr>
              <a:xfrm>
                <a:off x="3992443" y="10642740"/>
                <a:ext cx="94338"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id="325" name="Google Shape;325;p13"/>
              <p:cNvPicPr preferRelativeResize="0"/>
              <p:nvPr/>
            </p:nvPicPr>
            <p:blipFill rotWithShape="1">
              <a:blip r:embed="rId35">
                <a:alphaModFix/>
              </a:blip>
              <a:srcRect b="0" l="0" r="0" t="0"/>
              <a:stretch/>
            </p:blipFill>
            <p:spPr>
              <a:xfrm>
                <a:off x="3980298" y="10765631"/>
                <a:ext cx="1276824" cy="876300"/>
              </a:xfrm>
              <a:prstGeom prst="rect">
                <a:avLst/>
              </a:prstGeom>
              <a:noFill/>
              <a:ln>
                <a:noFill/>
              </a:ln>
            </p:spPr>
          </p:pic>
          <p:pic>
            <p:nvPicPr>
              <p:cNvPr id="326" name="Google Shape;326;p13"/>
              <p:cNvPicPr preferRelativeResize="0"/>
              <p:nvPr/>
            </p:nvPicPr>
            <p:blipFill rotWithShape="1">
              <a:blip r:embed="rId36">
                <a:alphaModFix/>
              </a:blip>
              <a:srcRect b="0" l="0" r="0" t="0"/>
              <a:stretch/>
            </p:blipFill>
            <p:spPr>
              <a:xfrm>
                <a:off x="5263753" y="10765631"/>
                <a:ext cx="1286025" cy="876300"/>
              </a:xfrm>
              <a:prstGeom prst="rect">
                <a:avLst/>
              </a:prstGeom>
              <a:noFill/>
              <a:ln>
                <a:noFill/>
              </a:ln>
            </p:spPr>
          </p:pic>
        </p:grpSp>
      </p:grpSp>
      <p:sp>
        <p:nvSpPr>
          <p:cNvPr id="327" name="Google Shape;327;p13"/>
          <p:cNvSpPr txBox="1"/>
          <p:nvPr/>
        </p:nvSpPr>
        <p:spPr>
          <a:xfrm>
            <a:off x="7021512" y="13450887"/>
            <a:ext cx="3048000" cy="584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Figure 3</a:t>
            </a:r>
            <a:r>
              <a:rPr b="0" i="0" lang="en-US" sz="800" u="none">
                <a:solidFill>
                  <a:srgbClr val="0B4993"/>
                </a:solidFill>
                <a:latin typeface="Tahoma"/>
                <a:ea typeface="Tahoma"/>
                <a:cs typeface="Tahoma"/>
                <a:sym typeface="Tahoma"/>
              </a:rPr>
              <a:t>. Key/Interest points (plotted as green dots) in the left frame are tracked in the right frame. Small lines from green dots are motion of these points. Two faces in these frames share 22/23 points.</a:t>
            </a:r>
            <a:endParaRPr/>
          </a:p>
        </p:txBody>
      </p:sp>
      <p:sp>
        <p:nvSpPr>
          <p:cNvPr id="328" name="Google Shape;328;p13"/>
          <p:cNvSpPr txBox="1"/>
          <p:nvPr/>
        </p:nvSpPr>
        <p:spPr>
          <a:xfrm>
            <a:off x="620712" y="9164637"/>
            <a:ext cx="3352800" cy="831850"/>
          </a:xfrm>
          <a:prstGeom prst="rect">
            <a:avLst/>
          </a:prstGeom>
          <a:noFill/>
          <a:ln>
            <a:noFill/>
          </a:ln>
        </p:spPr>
        <p:txBody>
          <a:bodyPr anchorCtr="0" anchor="t" bIns="45700" lIns="91425" spcFirstLastPara="1" rIns="91425" wrap="square" tIns="45700">
            <a:spAutoFit/>
          </a:bodyPr>
          <a:lstStyle/>
          <a:p>
            <a:pPr indent="-228600" lvl="0" marL="22860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The face detector implemented in OpenCV based on Viola method was used for detecting frontal views of faces in every frame of our video sequences.</a:t>
            </a:r>
            <a:endParaRPr/>
          </a:p>
        </p:txBody>
      </p:sp>
      <p:sp>
        <p:nvSpPr>
          <p:cNvPr id="329" name="Google Shape;329;p13"/>
          <p:cNvSpPr txBox="1"/>
          <p:nvPr/>
        </p:nvSpPr>
        <p:spPr>
          <a:xfrm>
            <a:off x="620712" y="10069512"/>
            <a:ext cx="3352800" cy="460375"/>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A high threshold was used to reduce the number of false positives.</a:t>
            </a:r>
            <a:endParaRPr/>
          </a:p>
        </p:txBody>
      </p:sp>
      <p:sp>
        <p:nvSpPr>
          <p:cNvPr id="330" name="Google Shape;330;p13"/>
          <p:cNvSpPr txBox="1"/>
          <p:nvPr/>
        </p:nvSpPr>
        <p:spPr>
          <a:xfrm>
            <a:off x="4125912" y="9158287"/>
            <a:ext cx="2895600" cy="647700"/>
          </a:xfrm>
          <a:prstGeom prst="rect">
            <a:avLst/>
          </a:prstGeom>
          <a:noFill/>
          <a:ln>
            <a:noFill/>
          </a:ln>
        </p:spPr>
        <p:txBody>
          <a:bodyPr anchorCtr="0" anchor="t" bIns="45700" lIns="91425" spcFirstLastPara="1" rIns="91425" wrap="square" tIns="45700">
            <a:spAutoFit/>
          </a:bodyPr>
          <a:lstStyle/>
          <a:p>
            <a:pPr indent="-114300" lvl="0" marL="11430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 We used Kanade–Lucas–Tomasi (KLT) method to create and track key/interest points between frames.</a:t>
            </a:r>
            <a:endParaRPr/>
          </a:p>
        </p:txBody>
      </p:sp>
      <p:grpSp>
        <p:nvGrpSpPr>
          <p:cNvPr id="331" name="Google Shape;331;p13"/>
          <p:cNvGrpSpPr/>
          <p:nvPr/>
        </p:nvGrpSpPr>
        <p:grpSpPr>
          <a:xfrm>
            <a:off x="696912" y="10658475"/>
            <a:ext cx="3200400" cy="2309812"/>
            <a:chOff x="621506" y="10759281"/>
            <a:chExt cx="3352800" cy="2605130"/>
          </a:xfrm>
        </p:grpSpPr>
        <p:grpSp>
          <p:nvGrpSpPr>
            <p:cNvPr id="332" name="Google Shape;332;p13"/>
            <p:cNvGrpSpPr/>
            <p:nvPr/>
          </p:nvGrpSpPr>
          <p:grpSpPr>
            <a:xfrm>
              <a:off x="621506" y="10759281"/>
              <a:ext cx="3352800" cy="2286000"/>
              <a:chOff x="697706" y="10759281"/>
              <a:chExt cx="3352800" cy="2286000"/>
            </a:xfrm>
          </p:grpSpPr>
          <p:sp>
            <p:nvSpPr>
              <p:cNvPr id="333" name="Google Shape;333;p13"/>
              <p:cNvSpPr txBox="1"/>
              <p:nvPr/>
            </p:nvSpPr>
            <p:spPr>
              <a:xfrm>
                <a:off x="697706" y="10759281"/>
                <a:ext cx="3352800" cy="1217517"/>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Frames\19980626_CNN\001590.jpg" id="334" name="Google Shape;334;p13"/>
              <p:cNvPicPr preferRelativeResize="0"/>
              <p:nvPr/>
            </p:nvPicPr>
            <p:blipFill rotWithShape="1">
              <a:blip r:embed="rId20">
                <a:alphaModFix/>
              </a:blip>
              <a:srcRect b="0" l="0" r="0" t="0"/>
              <a:stretch/>
            </p:blipFill>
            <p:spPr>
              <a:xfrm>
                <a:off x="1846436" y="10911681"/>
                <a:ext cx="1080120" cy="863766"/>
              </a:xfrm>
              <a:prstGeom prst="rect">
                <a:avLst/>
              </a:prstGeom>
              <a:noFill/>
              <a:ln>
                <a:noFill/>
              </a:ln>
            </p:spPr>
          </p:pic>
          <p:pic>
            <p:nvPicPr>
              <p:cNvPr descr="G:\ICVS\CNNFrames\19980626_CNN\001630.jpg" id="335" name="Google Shape;335;p13"/>
              <p:cNvPicPr preferRelativeResize="0"/>
              <p:nvPr/>
            </p:nvPicPr>
            <p:blipFill rotWithShape="1">
              <a:blip r:embed="rId23">
                <a:alphaModFix/>
              </a:blip>
              <a:srcRect b="0" l="0" r="0" t="0"/>
              <a:stretch/>
            </p:blipFill>
            <p:spPr>
              <a:xfrm>
                <a:off x="2894186" y="10911681"/>
                <a:ext cx="1080120" cy="863766"/>
              </a:xfrm>
              <a:prstGeom prst="rect">
                <a:avLst/>
              </a:prstGeom>
              <a:noFill/>
              <a:ln>
                <a:noFill/>
              </a:ln>
            </p:spPr>
          </p:pic>
          <p:sp>
            <p:nvSpPr>
              <p:cNvPr id="336" name="Google Shape;336;p13"/>
              <p:cNvSpPr txBox="1"/>
              <p:nvPr/>
            </p:nvSpPr>
            <p:spPr>
              <a:xfrm>
                <a:off x="2232834" y="11125041"/>
                <a:ext cx="274320" cy="27432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37" name="Google Shape;337;p13"/>
              <p:cNvSpPr/>
              <p:nvPr/>
            </p:nvSpPr>
            <p:spPr>
              <a:xfrm>
                <a:off x="2813163" y="11855047"/>
                <a:ext cx="93133"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38" name="Google Shape;338;p13"/>
              <p:cNvSpPr/>
              <p:nvPr/>
            </p:nvSpPr>
            <p:spPr>
              <a:xfrm>
                <a:off x="3016061" y="11855047"/>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39" name="Google Shape;339;p13"/>
              <p:cNvSpPr/>
              <p:nvPr/>
            </p:nvSpPr>
            <p:spPr>
              <a:xfrm>
                <a:off x="3225611" y="11855047"/>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0" name="Google Shape;340;p13"/>
              <p:cNvSpPr/>
              <p:nvPr/>
            </p:nvSpPr>
            <p:spPr>
              <a:xfrm>
                <a:off x="2181187" y="11856838"/>
                <a:ext cx="93133"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1" name="Google Shape;341;p13"/>
              <p:cNvSpPr/>
              <p:nvPr/>
            </p:nvSpPr>
            <p:spPr>
              <a:xfrm>
                <a:off x="2385747" y="11856838"/>
                <a:ext cx="93133"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2" name="Google Shape;342;p13"/>
              <p:cNvSpPr/>
              <p:nvPr/>
            </p:nvSpPr>
            <p:spPr>
              <a:xfrm>
                <a:off x="2595297" y="11856838"/>
                <a:ext cx="93133"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3" name="Google Shape;343;p13"/>
              <p:cNvSpPr/>
              <p:nvPr/>
            </p:nvSpPr>
            <p:spPr>
              <a:xfrm>
                <a:off x="1570830" y="11855047"/>
                <a:ext cx="93133"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4" name="Google Shape;344;p13"/>
              <p:cNvSpPr/>
              <p:nvPr/>
            </p:nvSpPr>
            <p:spPr>
              <a:xfrm>
                <a:off x="1773728" y="11855047"/>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5" name="Google Shape;345;p13"/>
              <p:cNvSpPr/>
              <p:nvPr/>
            </p:nvSpPr>
            <p:spPr>
              <a:xfrm>
                <a:off x="1984942" y="11855047"/>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6" name="Google Shape;346;p13"/>
              <p:cNvSpPr/>
              <p:nvPr/>
            </p:nvSpPr>
            <p:spPr>
              <a:xfrm>
                <a:off x="938854" y="11856838"/>
                <a:ext cx="94797"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7" name="Google Shape;347;p13"/>
              <p:cNvSpPr/>
              <p:nvPr/>
            </p:nvSpPr>
            <p:spPr>
              <a:xfrm>
                <a:off x="1141752" y="11856838"/>
                <a:ext cx="94797"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8" name="Google Shape;348;p13"/>
              <p:cNvSpPr/>
              <p:nvPr/>
            </p:nvSpPr>
            <p:spPr>
              <a:xfrm>
                <a:off x="1352966" y="11856838"/>
                <a:ext cx="94796"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9" name="Google Shape;349;p13"/>
              <p:cNvSpPr/>
              <p:nvPr/>
            </p:nvSpPr>
            <p:spPr>
              <a:xfrm>
                <a:off x="764230" y="11855047"/>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0" name="Google Shape;350;p13"/>
              <p:cNvSpPr/>
              <p:nvPr/>
            </p:nvSpPr>
            <p:spPr>
              <a:xfrm>
                <a:off x="3423519" y="11860418"/>
                <a:ext cx="93133"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1" name="Google Shape;351;p13"/>
              <p:cNvSpPr/>
              <p:nvPr/>
            </p:nvSpPr>
            <p:spPr>
              <a:xfrm>
                <a:off x="3603133" y="11863999"/>
                <a:ext cx="94797" cy="7161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2" name="Google Shape;352;p13"/>
              <p:cNvSpPr/>
              <p:nvPr/>
            </p:nvSpPr>
            <p:spPr>
              <a:xfrm>
                <a:off x="3756138" y="11855047"/>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3" name="Google Shape;353;p13"/>
              <p:cNvSpPr/>
              <p:nvPr/>
            </p:nvSpPr>
            <p:spPr>
              <a:xfrm>
                <a:off x="3919121" y="11855047"/>
                <a:ext cx="93133"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4" name="Google Shape;354;p13"/>
              <p:cNvSpPr/>
              <p:nvPr/>
            </p:nvSpPr>
            <p:spPr>
              <a:xfrm>
                <a:off x="2793206"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5" name="Google Shape;355;p13"/>
              <p:cNvSpPr/>
              <p:nvPr/>
            </p:nvSpPr>
            <p:spPr>
              <a:xfrm>
                <a:off x="2996104"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6" name="Google Shape;356;p13"/>
              <p:cNvSpPr/>
              <p:nvPr/>
            </p:nvSpPr>
            <p:spPr>
              <a:xfrm>
                <a:off x="3207316" y="10805833"/>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7" name="Google Shape;357;p13"/>
              <p:cNvSpPr/>
              <p:nvPr/>
            </p:nvSpPr>
            <p:spPr>
              <a:xfrm>
                <a:off x="2161230"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8" name="Google Shape;358;p13"/>
              <p:cNvSpPr/>
              <p:nvPr/>
            </p:nvSpPr>
            <p:spPr>
              <a:xfrm>
                <a:off x="2364127"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9" name="Google Shape;359;p13"/>
              <p:cNvSpPr/>
              <p:nvPr/>
            </p:nvSpPr>
            <p:spPr>
              <a:xfrm>
                <a:off x="2575340" y="10805833"/>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0" name="Google Shape;360;p13"/>
              <p:cNvSpPr/>
              <p:nvPr/>
            </p:nvSpPr>
            <p:spPr>
              <a:xfrm>
                <a:off x="1550873" y="10805833"/>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1" name="Google Shape;361;p13"/>
              <p:cNvSpPr/>
              <p:nvPr/>
            </p:nvSpPr>
            <p:spPr>
              <a:xfrm>
                <a:off x="1755435"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2" name="Google Shape;362;p13"/>
              <p:cNvSpPr/>
              <p:nvPr/>
            </p:nvSpPr>
            <p:spPr>
              <a:xfrm>
                <a:off x="1966647" y="10805833"/>
                <a:ext cx="93133"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3" name="Google Shape;363;p13"/>
              <p:cNvSpPr/>
              <p:nvPr/>
            </p:nvSpPr>
            <p:spPr>
              <a:xfrm>
                <a:off x="918897" y="10805833"/>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4" name="Google Shape;364;p13"/>
              <p:cNvSpPr/>
              <p:nvPr/>
            </p:nvSpPr>
            <p:spPr>
              <a:xfrm>
                <a:off x="1123458"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5" name="Google Shape;365;p13"/>
              <p:cNvSpPr/>
              <p:nvPr/>
            </p:nvSpPr>
            <p:spPr>
              <a:xfrm>
                <a:off x="1334671" y="10805833"/>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6" name="Google Shape;366;p13"/>
              <p:cNvSpPr/>
              <p:nvPr/>
            </p:nvSpPr>
            <p:spPr>
              <a:xfrm>
                <a:off x="745935" y="10804043"/>
                <a:ext cx="94797"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7" name="Google Shape;367;p13"/>
              <p:cNvSpPr/>
              <p:nvPr/>
            </p:nvSpPr>
            <p:spPr>
              <a:xfrm>
                <a:off x="3403561" y="10809414"/>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8" name="Google Shape;368;p13"/>
              <p:cNvSpPr/>
              <p:nvPr/>
            </p:nvSpPr>
            <p:spPr>
              <a:xfrm>
                <a:off x="3584839" y="10812995"/>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9" name="Google Shape;369;p13"/>
              <p:cNvSpPr/>
              <p:nvPr/>
            </p:nvSpPr>
            <p:spPr>
              <a:xfrm>
                <a:off x="3736180" y="10804043"/>
                <a:ext cx="94797"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70" name="Google Shape;370;p13"/>
              <p:cNvSpPr/>
              <p:nvPr/>
            </p:nvSpPr>
            <p:spPr>
              <a:xfrm>
                <a:off x="3899164" y="10804043"/>
                <a:ext cx="93133"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Frames\19980626_CNN\001600.jpg" id="371" name="Google Shape;371;p13"/>
              <p:cNvPicPr preferRelativeResize="0"/>
              <p:nvPr/>
            </p:nvPicPr>
            <p:blipFill rotWithShape="1">
              <a:blip r:embed="rId37">
                <a:alphaModFix/>
              </a:blip>
              <a:srcRect b="0" l="0" r="0" t="0"/>
              <a:stretch/>
            </p:blipFill>
            <p:spPr>
              <a:xfrm>
                <a:off x="745331" y="10930731"/>
                <a:ext cx="1180517" cy="838200"/>
              </a:xfrm>
              <a:prstGeom prst="rect">
                <a:avLst/>
              </a:prstGeom>
              <a:noFill/>
              <a:ln>
                <a:noFill/>
              </a:ln>
            </p:spPr>
          </p:pic>
          <p:sp>
            <p:nvSpPr>
              <p:cNvPr id="372" name="Google Shape;372;p13"/>
              <p:cNvSpPr txBox="1"/>
              <p:nvPr/>
            </p:nvSpPr>
            <p:spPr>
              <a:xfrm>
                <a:off x="1173956" y="11133672"/>
                <a:ext cx="252314" cy="25603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cxnSp>
            <p:nvCxnSpPr>
              <p:cNvPr id="373" name="Google Shape;373;p13"/>
              <p:cNvCxnSpPr/>
              <p:nvPr/>
            </p:nvCxnSpPr>
            <p:spPr>
              <a:xfrm rot="5400000">
                <a:off x="469106" y="11445081"/>
                <a:ext cx="990600" cy="381000"/>
              </a:xfrm>
              <a:prstGeom prst="straightConnector1">
                <a:avLst/>
              </a:prstGeom>
              <a:noFill/>
              <a:ln cap="flat" cmpd="sng" w="9525">
                <a:solidFill>
                  <a:srgbClr val="FF0000"/>
                </a:solidFill>
                <a:prstDash val="solid"/>
                <a:miter lim="800000"/>
                <a:headEnd len="med" w="med" type="none"/>
                <a:tailEnd len="med" w="med" type="none"/>
              </a:ln>
            </p:spPr>
          </p:cxnSp>
          <p:cxnSp>
            <p:nvCxnSpPr>
              <p:cNvPr id="374" name="Google Shape;374;p13"/>
              <p:cNvCxnSpPr/>
              <p:nvPr/>
            </p:nvCxnSpPr>
            <p:spPr>
              <a:xfrm rot="5400000">
                <a:off x="183358" y="11988005"/>
                <a:ext cx="1571625" cy="390527"/>
              </a:xfrm>
              <a:prstGeom prst="straightConnector1">
                <a:avLst/>
              </a:prstGeom>
              <a:noFill/>
              <a:ln cap="flat" cmpd="sng" w="9525">
                <a:solidFill>
                  <a:srgbClr val="FF0000"/>
                </a:solidFill>
                <a:prstDash val="solid"/>
                <a:miter lim="800000"/>
                <a:headEnd len="med" w="med" type="none"/>
                <a:tailEnd len="med" w="med" type="none"/>
              </a:ln>
            </p:spPr>
          </p:cxnSp>
          <p:cxnSp>
            <p:nvCxnSpPr>
              <p:cNvPr id="375" name="Google Shape;375;p13"/>
              <p:cNvCxnSpPr/>
              <p:nvPr/>
            </p:nvCxnSpPr>
            <p:spPr>
              <a:xfrm flipH="1" rot="-5400000">
                <a:off x="1050131" y="11521281"/>
                <a:ext cx="990600" cy="228600"/>
              </a:xfrm>
              <a:prstGeom prst="straightConnector1">
                <a:avLst/>
              </a:prstGeom>
              <a:noFill/>
              <a:ln cap="flat" cmpd="sng" w="9525">
                <a:solidFill>
                  <a:srgbClr val="FF0000"/>
                </a:solidFill>
                <a:prstDash val="solid"/>
                <a:miter lim="800000"/>
                <a:headEnd len="med" w="med" type="none"/>
                <a:tailEnd len="med" w="med" type="none"/>
              </a:ln>
            </p:spPr>
          </p:cxnSp>
          <p:cxnSp>
            <p:nvCxnSpPr>
              <p:cNvPr id="376" name="Google Shape;376;p13"/>
              <p:cNvCxnSpPr/>
              <p:nvPr/>
            </p:nvCxnSpPr>
            <p:spPr>
              <a:xfrm flipH="1" rot="-5400000">
                <a:off x="783431" y="12054681"/>
                <a:ext cx="1524000" cy="228600"/>
              </a:xfrm>
              <a:prstGeom prst="straightConnector1">
                <a:avLst/>
              </a:prstGeom>
              <a:noFill/>
              <a:ln cap="flat" cmpd="sng" w="9525">
                <a:solidFill>
                  <a:srgbClr val="FF0000"/>
                </a:solidFill>
                <a:prstDash val="solid"/>
                <a:miter lim="800000"/>
                <a:headEnd len="med" w="med" type="none"/>
                <a:tailEnd len="med" w="med" type="none"/>
              </a:ln>
            </p:spPr>
          </p:cxnSp>
          <p:pic>
            <p:nvPicPr>
              <p:cNvPr descr="G:\ICVS\CNNPMResult\22\001603.jpg" id="377" name="Google Shape;377;p13"/>
              <p:cNvPicPr preferRelativeResize="0"/>
              <p:nvPr/>
            </p:nvPicPr>
            <p:blipFill rotWithShape="1">
              <a:blip r:embed="rId38">
                <a:alphaModFix/>
              </a:blip>
              <a:srcRect b="0" l="0" r="0" t="0"/>
              <a:stretch/>
            </p:blipFill>
            <p:spPr>
              <a:xfrm>
                <a:off x="773906" y="12130880"/>
                <a:ext cx="914400" cy="885785"/>
              </a:xfrm>
              <a:prstGeom prst="rect">
                <a:avLst/>
              </a:prstGeom>
              <a:noFill/>
              <a:ln cap="flat" cmpd="sng" w="38100">
                <a:solidFill>
                  <a:srgbClr val="FF0000"/>
                </a:solidFill>
                <a:prstDash val="solid"/>
                <a:miter lim="800000"/>
                <a:headEnd len="sm" w="sm" type="none"/>
                <a:tailEnd len="sm" w="sm" type="none"/>
              </a:ln>
            </p:spPr>
          </p:pic>
          <p:sp>
            <p:nvSpPr>
              <p:cNvPr id="378" name="Google Shape;378;p13"/>
              <p:cNvSpPr txBox="1"/>
              <p:nvPr/>
            </p:nvSpPr>
            <p:spPr>
              <a:xfrm>
                <a:off x="3214211" y="11092656"/>
                <a:ext cx="274320" cy="27432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cxnSp>
            <p:nvCxnSpPr>
              <p:cNvPr id="379" name="Google Shape;379;p13"/>
              <p:cNvCxnSpPr/>
              <p:nvPr/>
            </p:nvCxnSpPr>
            <p:spPr>
              <a:xfrm rot="5400000">
                <a:off x="1574006" y="11483181"/>
                <a:ext cx="990600" cy="304800"/>
              </a:xfrm>
              <a:prstGeom prst="straightConnector1">
                <a:avLst/>
              </a:prstGeom>
              <a:noFill/>
              <a:ln cap="flat" cmpd="sng" w="9525">
                <a:solidFill>
                  <a:srgbClr val="FF0000"/>
                </a:solidFill>
                <a:prstDash val="solid"/>
                <a:miter lim="800000"/>
                <a:headEnd len="med" w="med" type="none"/>
                <a:tailEnd len="med" w="med" type="none"/>
              </a:ln>
            </p:spPr>
          </p:cxnSp>
          <p:cxnSp>
            <p:nvCxnSpPr>
              <p:cNvPr id="380" name="Google Shape;380;p13"/>
              <p:cNvCxnSpPr/>
              <p:nvPr/>
            </p:nvCxnSpPr>
            <p:spPr>
              <a:xfrm rot="5400000">
                <a:off x="1273970" y="12011817"/>
                <a:ext cx="1600200" cy="314328"/>
              </a:xfrm>
              <a:prstGeom prst="straightConnector1">
                <a:avLst/>
              </a:prstGeom>
              <a:noFill/>
              <a:ln cap="flat" cmpd="sng" w="9525">
                <a:solidFill>
                  <a:srgbClr val="FF0000"/>
                </a:solidFill>
                <a:prstDash val="solid"/>
                <a:miter lim="800000"/>
                <a:headEnd len="med" w="med" type="none"/>
                <a:tailEnd len="med" w="med" type="none"/>
              </a:ln>
            </p:spPr>
          </p:cxnSp>
          <p:cxnSp>
            <p:nvCxnSpPr>
              <p:cNvPr id="381" name="Google Shape;381;p13"/>
              <p:cNvCxnSpPr/>
              <p:nvPr/>
            </p:nvCxnSpPr>
            <p:spPr>
              <a:xfrm flipH="1" rot="-5400000">
                <a:off x="1850231" y="12064206"/>
                <a:ext cx="1638300" cy="323850"/>
              </a:xfrm>
              <a:prstGeom prst="straightConnector1">
                <a:avLst/>
              </a:prstGeom>
              <a:noFill/>
              <a:ln cap="flat" cmpd="sng" w="9525">
                <a:solidFill>
                  <a:srgbClr val="FF0000"/>
                </a:solidFill>
                <a:prstDash val="solid"/>
                <a:miter lim="800000"/>
                <a:headEnd len="med" w="med" type="none"/>
                <a:tailEnd len="med" w="med" type="none"/>
              </a:ln>
            </p:spPr>
          </p:cxnSp>
          <p:cxnSp>
            <p:nvCxnSpPr>
              <p:cNvPr id="382" name="Google Shape;382;p13"/>
              <p:cNvCxnSpPr/>
              <p:nvPr/>
            </p:nvCxnSpPr>
            <p:spPr>
              <a:xfrm flipH="1" rot="-5400000">
                <a:off x="2164556" y="11464131"/>
                <a:ext cx="1009650" cy="323850"/>
              </a:xfrm>
              <a:prstGeom prst="straightConnector1">
                <a:avLst/>
              </a:prstGeom>
              <a:noFill/>
              <a:ln cap="flat" cmpd="sng" w="9525">
                <a:solidFill>
                  <a:srgbClr val="FF0000"/>
                </a:solidFill>
                <a:prstDash val="solid"/>
                <a:miter lim="800000"/>
                <a:headEnd len="med" w="med" type="none"/>
                <a:tailEnd len="med" w="med" type="none"/>
              </a:ln>
            </p:spPr>
          </p:cxnSp>
          <p:pic>
            <p:nvPicPr>
              <p:cNvPr descr="G:\ICVS\CNNPMResult\22\001589.jpg" id="383" name="Google Shape;383;p13"/>
              <p:cNvPicPr preferRelativeResize="0"/>
              <p:nvPr/>
            </p:nvPicPr>
            <p:blipFill rotWithShape="1">
              <a:blip r:embed="rId39">
                <a:alphaModFix/>
              </a:blip>
              <a:srcRect b="0" l="0" r="0" t="0"/>
              <a:stretch/>
            </p:blipFill>
            <p:spPr>
              <a:xfrm>
                <a:off x="1916906" y="12130880"/>
                <a:ext cx="914400" cy="885785"/>
              </a:xfrm>
              <a:prstGeom prst="rect">
                <a:avLst/>
              </a:prstGeom>
              <a:noFill/>
              <a:ln cap="flat" cmpd="sng" w="38100">
                <a:solidFill>
                  <a:srgbClr val="FF0000"/>
                </a:solidFill>
                <a:prstDash val="solid"/>
                <a:miter lim="800000"/>
                <a:headEnd len="sm" w="sm" type="none"/>
                <a:tailEnd len="sm" w="sm" type="none"/>
              </a:ln>
            </p:spPr>
          </p:pic>
          <p:cxnSp>
            <p:nvCxnSpPr>
              <p:cNvPr id="384" name="Google Shape;384;p13"/>
              <p:cNvCxnSpPr/>
              <p:nvPr/>
            </p:nvCxnSpPr>
            <p:spPr>
              <a:xfrm rot="5400000">
                <a:off x="2640806" y="11559381"/>
                <a:ext cx="990600" cy="152400"/>
              </a:xfrm>
              <a:prstGeom prst="straightConnector1">
                <a:avLst/>
              </a:prstGeom>
              <a:noFill/>
              <a:ln cap="flat" cmpd="sng" w="9525">
                <a:solidFill>
                  <a:srgbClr val="FF0000"/>
                </a:solidFill>
                <a:prstDash val="solid"/>
                <a:miter lim="800000"/>
                <a:headEnd len="med" w="med" type="none"/>
                <a:tailEnd len="med" w="med" type="none"/>
              </a:ln>
            </p:spPr>
          </p:cxnSp>
          <p:cxnSp>
            <p:nvCxnSpPr>
              <p:cNvPr id="385" name="Google Shape;385;p13"/>
              <p:cNvCxnSpPr/>
              <p:nvPr/>
            </p:nvCxnSpPr>
            <p:spPr>
              <a:xfrm rot="5400000">
                <a:off x="2340770" y="12088017"/>
                <a:ext cx="1600200" cy="161928"/>
              </a:xfrm>
              <a:prstGeom prst="straightConnector1">
                <a:avLst/>
              </a:prstGeom>
              <a:noFill/>
              <a:ln cap="flat" cmpd="sng" w="9525">
                <a:solidFill>
                  <a:srgbClr val="FF0000"/>
                </a:solidFill>
                <a:prstDash val="solid"/>
                <a:miter lim="800000"/>
                <a:headEnd len="med" w="med" type="none"/>
                <a:tailEnd len="med" w="med" type="none"/>
              </a:ln>
            </p:spPr>
          </p:cxnSp>
          <p:cxnSp>
            <p:nvCxnSpPr>
              <p:cNvPr id="386" name="Google Shape;386;p13"/>
              <p:cNvCxnSpPr/>
              <p:nvPr/>
            </p:nvCxnSpPr>
            <p:spPr>
              <a:xfrm flipH="1" rot="-5400000">
                <a:off x="3217067" y="11373643"/>
                <a:ext cx="1028700" cy="485775"/>
              </a:xfrm>
              <a:prstGeom prst="straightConnector1">
                <a:avLst/>
              </a:prstGeom>
              <a:noFill/>
              <a:ln cap="flat" cmpd="sng" w="9525">
                <a:solidFill>
                  <a:srgbClr val="FF0000"/>
                </a:solidFill>
                <a:prstDash val="solid"/>
                <a:miter lim="800000"/>
                <a:headEnd len="med" w="med" type="none"/>
                <a:tailEnd len="med" w="med" type="none"/>
              </a:ln>
            </p:spPr>
          </p:cxnSp>
          <p:cxnSp>
            <p:nvCxnSpPr>
              <p:cNvPr id="387" name="Google Shape;387;p13"/>
              <p:cNvCxnSpPr/>
              <p:nvPr/>
            </p:nvCxnSpPr>
            <p:spPr>
              <a:xfrm flipH="1" rot="-5400000">
                <a:off x="2893217" y="11964193"/>
                <a:ext cx="1676400" cy="485775"/>
              </a:xfrm>
              <a:prstGeom prst="straightConnector1">
                <a:avLst/>
              </a:prstGeom>
              <a:noFill/>
              <a:ln cap="flat" cmpd="sng" w="9525">
                <a:solidFill>
                  <a:srgbClr val="FF0000"/>
                </a:solidFill>
                <a:prstDash val="solid"/>
                <a:miter lim="800000"/>
                <a:headEnd len="med" w="med" type="none"/>
                <a:tailEnd len="med" w="med" type="none"/>
              </a:ln>
            </p:spPr>
          </p:cxnSp>
          <p:pic>
            <p:nvPicPr>
              <p:cNvPr descr="G:\ICVS\CNNPMResult\22\001613.jpg" id="388" name="Google Shape;388;p13"/>
              <p:cNvPicPr preferRelativeResize="0"/>
              <p:nvPr/>
            </p:nvPicPr>
            <p:blipFill rotWithShape="1">
              <a:blip r:embed="rId40">
                <a:alphaModFix/>
              </a:blip>
              <a:srcRect b="0" l="0" r="0" t="0"/>
              <a:stretch/>
            </p:blipFill>
            <p:spPr>
              <a:xfrm>
                <a:off x="3059906" y="12130881"/>
                <a:ext cx="914400" cy="885784"/>
              </a:xfrm>
              <a:prstGeom prst="rect">
                <a:avLst/>
              </a:prstGeom>
              <a:noFill/>
              <a:ln cap="flat" cmpd="sng" w="38100">
                <a:solidFill>
                  <a:srgbClr val="FF0000"/>
                </a:solidFill>
                <a:prstDash val="solid"/>
                <a:miter lim="800000"/>
                <a:headEnd len="sm" w="sm" type="none"/>
                <a:tailEnd len="sm" w="sm" type="none"/>
              </a:ln>
            </p:spPr>
          </p:pic>
        </p:grpSp>
        <p:sp>
          <p:nvSpPr>
            <p:cNvPr id="389" name="Google Shape;389;p13"/>
            <p:cNvSpPr txBox="1"/>
            <p:nvPr/>
          </p:nvSpPr>
          <p:spPr>
            <a:xfrm>
              <a:off x="697706" y="13121481"/>
              <a:ext cx="3048000" cy="2429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Figure 1</a:t>
              </a:r>
              <a:r>
                <a:rPr b="0" i="0" lang="en-US" sz="800" u="none">
                  <a:solidFill>
                    <a:srgbClr val="0B4993"/>
                  </a:solidFill>
                  <a:latin typeface="Tahoma"/>
                  <a:ea typeface="Tahoma"/>
                  <a:cs typeface="Tahoma"/>
                  <a:sym typeface="Tahoma"/>
                </a:rPr>
                <a:t>. Detection results with a high threshold.</a:t>
              </a:r>
              <a:endParaRPr/>
            </a:p>
          </p:txBody>
        </p:sp>
      </p:grpSp>
      <p:sp>
        <p:nvSpPr>
          <p:cNvPr id="390" name="Google Shape;390;p13"/>
          <p:cNvSpPr txBox="1"/>
          <p:nvPr/>
        </p:nvSpPr>
        <p:spPr>
          <a:xfrm>
            <a:off x="544512" y="8850312"/>
            <a:ext cx="22098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1400"/>
              <a:buFont typeface="Tahoma"/>
              <a:buNone/>
            </a:pPr>
            <a:r>
              <a:rPr b="1" i="0" lang="en-US" sz="1400" u="none">
                <a:solidFill>
                  <a:srgbClr val="0B4993"/>
                </a:solidFill>
                <a:latin typeface="Tahoma"/>
                <a:ea typeface="Tahoma"/>
                <a:cs typeface="Tahoma"/>
                <a:sym typeface="Tahoma"/>
              </a:rPr>
              <a:t>1.  Face Detection</a:t>
            </a:r>
            <a:endParaRPr/>
          </a:p>
        </p:txBody>
      </p:sp>
      <p:sp>
        <p:nvSpPr>
          <p:cNvPr id="391" name="Google Shape;391;p13"/>
          <p:cNvSpPr txBox="1"/>
          <p:nvPr/>
        </p:nvSpPr>
        <p:spPr>
          <a:xfrm>
            <a:off x="4049712" y="8850312"/>
            <a:ext cx="25908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1400"/>
              <a:buFont typeface="Tahoma"/>
              <a:buNone/>
            </a:pPr>
            <a:r>
              <a:rPr b="1" i="0" lang="en-US" sz="1400" u="none">
                <a:solidFill>
                  <a:srgbClr val="0B4993"/>
                </a:solidFill>
                <a:latin typeface="Tahoma"/>
                <a:ea typeface="Tahoma"/>
                <a:cs typeface="Tahoma"/>
                <a:sym typeface="Tahoma"/>
              </a:rPr>
              <a:t>2.  Face-Track Extraction</a:t>
            </a:r>
            <a:endParaRPr/>
          </a:p>
        </p:txBody>
      </p:sp>
      <p:sp>
        <p:nvSpPr>
          <p:cNvPr id="392" name="Google Shape;392;p13"/>
          <p:cNvSpPr txBox="1"/>
          <p:nvPr/>
        </p:nvSpPr>
        <p:spPr>
          <a:xfrm>
            <a:off x="4125912" y="9774237"/>
            <a:ext cx="2895600" cy="831850"/>
          </a:xfrm>
          <a:prstGeom prst="rect">
            <a:avLst/>
          </a:prstGeom>
          <a:noFill/>
          <a:ln>
            <a:noFill/>
          </a:ln>
        </p:spPr>
        <p:txBody>
          <a:bodyPr anchorCtr="0" anchor="t" bIns="45700" lIns="91425" spcFirstLastPara="1" rIns="91425" wrap="square" tIns="45700">
            <a:spAutoFit/>
          </a:bodyPr>
          <a:lstStyle/>
          <a:p>
            <a:pPr indent="-228600" lvl="0" marL="22860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The number of key points that pass through pairs of faces in consecutive frames was computed to make decision on grouping faces into face-tracks.</a:t>
            </a:r>
            <a:endParaRPr/>
          </a:p>
        </p:txBody>
      </p:sp>
      <p:sp>
        <p:nvSpPr>
          <p:cNvPr id="393" name="Google Shape;393;p13"/>
          <p:cNvSpPr txBox="1"/>
          <p:nvPr/>
        </p:nvSpPr>
        <p:spPr>
          <a:xfrm>
            <a:off x="4125912" y="10602912"/>
            <a:ext cx="2819400" cy="460375"/>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Several treatments are proposed to handle tracking traps in news video.</a:t>
            </a:r>
            <a:endParaRPr/>
          </a:p>
        </p:txBody>
      </p:sp>
      <p:sp>
        <p:nvSpPr>
          <p:cNvPr id="394" name="Google Shape;394;p13"/>
          <p:cNvSpPr txBox="1"/>
          <p:nvPr/>
        </p:nvSpPr>
        <p:spPr>
          <a:xfrm>
            <a:off x="620712" y="13041312"/>
            <a:ext cx="25908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1400"/>
              <a:buFont typeface="Tahoma"/>
              <a:buNone/>
            </a:pPr>
            <a:r>
              <a:rPr b="1" i="0" lang="en-US" sz="1400" u="none">
                <a:solidFill>
                  <a:srgbClr val="0B4993"/>
                </a:solidFill>
                <a:latin typeface="Tahoma"/>
                <a:ea typeface="Tahoma"/>
                <a:cs typeface="Tahoma"/>
                <a:sym typeface="Tahoma"/>
              </a:rPr>
              <a:t>3.  Face-Track Matching</a:t>
            </a:r>
            <a:endParaRPr/>
          </a:p>
        </p:txBody>
      </p:sp>
      <p:sp>
        <p:nvSpPr>
          <p:cNvPr id="395" name="Google Shape;395;p13"/>
          <p:cNvSpPr txBox="1"/>
          <p:nvPr/>
        </p:nvSpPr>
        <p:spPr>
          <a:xfrm>
            <a:off x="4278312" y="11026775"/>
            <a:ext cx="2667000" cy="646112"/>
          </a:xfrm>
          <a:prstGeom prst="rect">
            <a:avLst/>
          </a:prstGeom>
          <a:noFill/>
          <a:ln>
            <a:noFill/>
          </a:ln>
        </p:spPr>
        <p:txBody>
          <a:bodyPr anchorCtr="0" anchor="t" bIns="45700" lIns="91425" spcFirstLastPara="1" rIns="91425" wrap="square" tIns="45700">
            <a:spAutoFit/>
          </a:bodyPr>
          <a:lstStyle/>
          <a:p>
            <a:pPr indent="-76200" lvl="0" marL="0" marR="0" rtl="0" algn="l">
              <a:lnSpc>
                <a:spcPct val="100000"/>
              </a:lnSpc>
              <a:spcBef>
                <a:spcPts val="0"/>
              </a:spcBef>
              <a:spcAft>
                <a:spcPts val="0"/>
              </a:spcAft>
              <a:buClr>
                <a:schemeClr val="dk1"/>
              </a:buClr>
              <a:buSzPts val="1200"/>
              <a:buFont typeface="Noto Sans Symbols"/>
              <a:buChar char="▪"/>
            </a:pPr>
            <a:r>
              <a:rPr b="0" i="0" lang="en-US" sz="1200" u="none">
                <a:solidFill>
                  <a:schemeClr val="dk1"/>
                </a:solidFill>
                <a:latin typeface="Tahoma"/>
                <a:ea typeface="Tahoma"/>
                <a:cs typeface="Tahoma"/>
                <a:sym typeface="Tahoma"/>
              </a:rPr>
              <a:t>  Flash-frame detector.</a:t>
            </a:r>
            <a:endParaRPr/>
          </a:p>
          <a:p>
            <a:pPr indent="-76200" lvl="0" marL="0" marR="0" rtl="0" algn="l">
              <a:lnSpc>
                <a:spcPct val="100000"/>
              </a:lnSpc>
              <a:spcBef>
                <a:spcPts val="0"/>
              </a:spcBef>
              <a:spcAft>
                <a:spcPts val="0"/>
              </a:spcAft>
              <a:buClr>
                <a:schemeClr val="dk1"/>
              </a:buClr>
              <a:buSzPts val="1200"/>
              <a:buFont typeface="Noto Sans Symbols"/>
              <a:buChar char="▪"/>
            </a:pPr>
            <a:r>
              <a:rPr b="0" i="0" lang="en-US" sz="1200" u="none">
                <a:solidFill>
                  <a:schemeClr val="dk1"/>
                </a:solidFill>
                <a:latin typeface="Tahoma"/>
                <a:ea typeface="Tahoma"/>
                <a:cs typeface="Tahoma"/>
                <a:sym typeface="Tahoma"/>
              </a:rPr>
              <a:t>  Adaptively generating key points.</a:t>
            </a:r>
            <a:endParaRPr/>
          </a:p>
          <a:p>
            <a:pPr indent="0" lvl="0" marL="0" marR="0" rtl="0" algn="l">
              <a:lnSpc>
                <a:spcPct val="100000"/>
              </a:lnSpc>
              <a:spcBef>
                <a:spcPts val="0"/>
              </a:spcBef>
              <a:spcAft>
                <a:spcPts val="0"/>
              </a:spcAft>
              <a:buClr>
                <a:schemeClr val="dk1"/>
              </a:buClr>
              <a:buSzPts val="1200"/>
              <a:buFont typeface="Tahoma"/>
              <a:buNone/>
            </a:pPr>
            <a:r>
              <a:rPr b="0" i="0" lang="en-US" sz="1200" u="none">
                <a:solidFill>
                  <a:schemeClr val="dk1"/>
                </a:solidFill>
                <a:latin typeface="Tahoma"/>
                <a:ea typeface="Tahoma"/>
                <a:cs typeface="Tahoma"/>
                <a:sym typeface="Tahoma"/>
              </a:rPr>
              <a:t> </a:t>
            </a:r>
            <a:endParaRPr/>
          </a:p>
        </p:txBody>
      </p:sp>
      <p:grpSp>
        <p:nvGrpSpPr>
          <p:cNvPr id="396" name="Google Shape;396;p13"/>
          <p:cNvGrpSpPr/>
          <p:nvPr/>
        </p:nvGrpSpPr>
        <p:grpSpPr>
          <a:xfrm>
            <a:off x="4114928" y="11444287"/>
            <a:ext cx="3135184" cy="2357056"/>
            <a:chOff x="3505854" y="10835481"/>
            <a:chExt cx="3211652" cy="2461814"/>
          </a:xfrm>
        </p:grpSpPr>
        <p:grpSp>
          <p:nvGrpSpPr>
            <p:cNvPr id="397" name="Google Shape;397;p13"/>
            <p:cNvGrpSpPr/>
            <p:nvPr/>
          </p:nvGrpSpPr>
          <p:grpSpPr>
            <a:xfrm>
              <a:off x="3505854" y="10911681"/>
              <a:ext cx="2922380" cy="2385614"/>
              <a:chOff x="7223779" y="10225881"/>
              <a:chExt cx="2922380" cy="2385614"/>
            </a:xfrm>
          </p:grpSpPr>
          <p:pic>
            <p:nvPicPr>
              <p:cNvPr id="398" name="Google Shape;398;p13"/>
              <p:cNvPicPr preferRelativeResize="0"/>
              <p:nvPr/>
            </p:nvPicPr>
            <p:blipFill rotWithShape="1">
              <a:blip r:embed="rId41">
                <a:alphaModFix/>
              </a:blip>
              <a:srcRect b="0" l="0" r="0" t="0"/>
              <a:stretch/>
            </p:blipFill>
            <p:spPr>
              <a:xfrm>
                <a:off x="7248626" y="10994294"/>
                <a:ext cx="149872" cy="1177882"/>
              </a:xfrm>
              <a:prstGeom prst="rect">
                <a:avLst/>
              </a:prstGeom>
              <a:noFill/>
              <a:ln>
                <a:noFill/>
              </a:ln>
            </p:spPr>
          </p:pic>
          <p:pic>
            <p:nvPicPr>
              <p:cNvPr id="399" name="Google Shape;399;p13"/>
              <p:cNvPicPr preferRelativeResize="0"/>
              <p:nvPr/>
            </p:nvPicPr>
            <p:blipFill rotWithShape="1">
              <a:blip r:embed="rId42">
                <a:alphaModFix/>
              </a:blip>
              <a:srcRect b="0" l="0" r="0" t="0"/>
              <a:stretch/>
            </p:blipFill>
            <p:spPr>
              <a:xfrm>
                <a:off x="7261115" y="12019370"/>
                <a:ext cx="2504118" cy="592125"/>
              </a:xfrm>
              <a:prstGeom prst="rect">
                <a:avLst/>
              </a:prstGeom>
              <a:noFill/>
              <a:ln>
                <a:noFill/>
              </a:ln>
            </p:spPr>
          </p:pic>
          <p:pic>
            <p:nvPicPr>
              <p:cNvPr id="400" name="Google Shape;400;p13"/>
              <p:cNvPicPr preferRelativeResize="0"/>
              <p:nvPr/>
            </p:nvPicPr>
            <p:blipFill rotWithShape="1">
              <a:blip r:embed="rId43">
                <a:alphaModFix/>
              </a:blip>
              <a:srcRect b="0" l="0" r="0" t="0"/>
              <a:stretch/>
            </p:blipFill>
            <p:spPr>
              <a:xfrm>
                <a:off x="9615361" y="11942967"/>
                <a:ext cx="530798" cy="668528"/>
              </a:xfrm>
              <a:prstGeom prst="rect">
                <a:avLst/>
              </a:prstGeom>
              <a:noFill/>
              <a:ln>
                <a:noFill/>
              </a:ln>
            </p:spPr>
          </p:pic>
          <p:grpSp>
            <p:nvGrpSpPr>
              <p:cNvPr id="401" name="Google Shape;401;p13"/>
              <p:cNvGrpSpPr/>
              <p:nvPr/>
            </p:nvGrpSpPr>
            <p:grpSpPr>
              <a:xfrm>
                <a:off x="8470302" y="10225881"/>
                <a:ext cx="1164289" cy="1016616"/>
                <a:chOff x="4410075" y="9737725"/>
                <a:chExt cx="1164431" cy="1050131"/>
              </a:xfrm>
            </p:grpSpPr>
            <p:sp>
              <p:nvSpPr>
                <p:cNvPr id="402" name="Google Shape;402;p13"/>
                <p:cNvSpPr/>
                <p:nvPr/>
              </p:nvSpPr>
              <p:spPr>
                <a:xfrm>
                  <a:off x="4410075" y="9737725"/>
                  <a:ext cx="1164431" cy="1050131"/>
                </a:xfrm>
                <a:custGeom>
                  <a:rect b="b" l="l" r="r" t="t"/>
                  <a:pathLst>
                    <a:path extrusionOk="0" h="1200150" w="1333500">
                      <a:moveTo>
                        <a:pt x="523875" y="987425"/>
                      </a:moveTo>
                      <a:cubicBezTo>
                        <a:pt x="390525" y="939800"/>
                        <a:pt x="347662" y="928687"/>
                        <a:pt x="276225" y="882650"/>
                      </a:cubicBezTo>
                      <a:cubicBezTo>
                        <a:pt x="204788" y="836613"/>
                        <a:pt x="138112" y="790575"/>
                        <a:pt x="95250" y="711200"/>
                      </a:cubicBezTo>
                      <a:cubicBezTo>
                        <a:pt x="52388" y="631825"/>
                        <a:pt x="31750" y="504825"/>
                        <a:pt x="19050" y="406400"/>
                      </a:cubicBezTo>
                      <a:cubicBezTo>
                        <a:pt x="6350" y="307975"/>
                        <a:pt x="0" y="185738"/>
                        <a:pt x="19050" y="120650"/>
                      </a:cubicBezTo>
                      <a:cubicBezTo>
                        <a:pt x="38100" y="55562"/>
                        <a:pt x="79375" y="31750"/>
                        <a:pt x="133350" y="15875"/>
                      </a:cubicBezTo>
                      <a:cubicBezTo>
                        <a:pt x="187325" y="0"/>
                        <a:pt x="284163" y="11113"/>
                        <a:pt x="342900" y="25400"/>
                      </a:cubicBezTo>
                      <a:cubicBezTo>
                        <a:pt x="401638" y="39688"/>
                        <a:pt x="449263" y="52388"/>
                        <a:pt x="485775" y="101600"/>
                      </a:cubicBezTo>
                      <a:cubicBezTo>
                        <a:pt x="522288" y="150813"/>
                        <a:pt x="534988" y="257175"/>
                        <a:pt x="561975" y="320675"/>
                      </a:cubicBezTo>
                      <a:cubicBezTo>
                        <a:pt x="588962" y="384175"/>
                        <a:pt x="600075" y="442913"/>
                        <a:pt x="647700" y="482600"/>
                      </a:cubicBezTo>
                      <a:cubicBezTo>
                        <a:pt x="695325" y="522287"/>
                        <a:pt x="779463" y="536575"/>
                        <a:pt x="847725" y="558800"/>
                      </a:cubicBezTo>
                      <a:cubicBezTo>
                        <a:pt x="915987" y="581025"/>
                        <a:pt x="992187" y="596900"/>
                        <a:pt x="1057275" y="615950"/>
                      </a:cubicBezTo>
                      <a:cubicBezTo>
                        <a:pt x="1122363" y="635000"/>
                        <a:pt x="1198563" y="644525"/>
                        <a:pt x="1238250" y="673100"/>
                      </a:cubicBezTo>
                      <a:cubicBezTo>
                        <a:pt x="1277938" y="701675"/>
                        <a:pt x="1279525" y="736600"/>
                        <a:pt x="1295400" y="787400"/>
                      </a:cubicBezTo>
                      <a:cubicBezTo>
                        <a:pt x="1311275" y="838200"/>
                        <a:pt x="1333500" y="927100"/>
                        <a:pt x="1333500" y="977900"/>
                      </a:cubicBezTo>
                      <a:cubicBezTo>
                        <a:pt x="1333500" y="1028700"/>
                        <a:pt x="1317625" y="1060450"/>
                        <a:pt x="1295400" y="1092200"/>
                      </a:cubicBezTo>
                      <a:cubicBezTo>
                        <a:pt x="1273175" y="1123950"/>
                        <a:pt x="1236663" y="1155700"/>
                        <a:pt x="1200150" y="1168400"/>
                      </a:cubicBezTo>
                      <a:cubicBezTo>
                        <a:pt x="1163638" y="1181100"/>
                        <a:pt x="1195388" y="1200150"/>
                        <a:pt x="1076325" y="1168400"/>
                      </a:cubicBezTo>
                      <a:cubicBezTo>
                        <a:pt x="957263" y="1136650"/>
                        <a:pt x="657225" y="1035050"/>
                        <a:pt x="523875" y="987425"/>
                      </a:cubicBezTo>
                      <a:close/>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PMResult\22\001589.jpg" id="403" name="Google Shape;403;p13"/>
                <p:cNvPicPr preferRelativeResize="0"/>
                <p:nvPr/>
              </p:nvPicPr>
              <p:blipFill rotWithShape="1">
                <a:blip r:embed="rId44">
                  <a:alphaModFix/>
                </a:blip>
                <a:srcRect b="0" l="0" r="0" t="0"/>
                <a:stretch/>
              </p:blipFill>
              <p:spPr>
                <a:xfrm>
                  <a:off x="4583906" y="10073481"/>
                  <a:ext cx="252255" cy="252386"/>
                </a:xfrm>
                <a:prstGeom prst="rect">
                  <a:avLst/>
                </a:prstGeom>
                <a:noFill/>
                <a:ln>
                  <a:noFill/>
                </a:ln>
              </p:spPr>
            </p:pic>
            <p:pic>
              <p:nvPicPr>
                <p:cNvPr descr="G:\ICVS\CNNPMResult\22\001603.jpg" id="404" name="Google Shape;404;p13"/>
                <p:cNvPicPr preferRelativeResize="0"/>
                <p:nvPr/>
              </p:nvPicPr>
              <p:blipFill rotWithShape="1">
                <a:blip r:embed="rId45">
                  <a:alphaModFix/>
                </a:blip>
                <a:srcRect b="0" l="0" r="0" t="0"/>
                <a:stretch/>
              </p:blipFill>
              <p:spPr>
                <a:xfrm>
                  <a:off x="5017451" y="10302081"/>
                  <a:ext cx="255448" cy="255581"/>
                </a:xfrm>
                <a:prstGeom prst="rect">
                  <a:avLst/>
                </a:prstGeom>
                <a:noFill/>
                <a:ln>
                  <a:noFill/>
                </a:ln>
              </p:spPr>
            </p:pic>
            <p:pic>
              <p:nvPicPr>
                <p:cNvPr descr="G:\ICVS\CNNPMResult\22\001609.jpg" id="405" name="Google Shape;405;p13"/>
                <p:cNvPicPr preferRelativeResize="0"/>
                <p:nvPr/>
              </p:nvPicPr>
              <p:blipFill rotWithShape="1">
                <a:blip r:embed="rId46">
                  <a:alphaModFix/>
                </a:blip>
                <a:srcRect b="0" l="0" r="0" t="0"/>
                <a:stretch/>
              </p:blipFill>
              <p:spPr>
                <a:xfrm>
                  <a:off x="4788851" y="10225881"/>
                  <a:ext cx="249062" cy="249191"/>
                </a:xfrm>
                <a:prstGeom prst="rect">
                  <a:avLst/>
                </a:prstGeom>
                <a:noFill/>
                <a:ln>
                  <a:noFill/>
                </a:ln>
              </p:spPr>
            </p:pic>
            <p:pic>
              <p:nvPicPr>
                <p:cNvPr descr="G:\ICVS\CNNPMResult\22\001613.jpg" id="406" name="Google Shape;406;p13"/>
                <p:cNvPicPr preferRelativeResize="0"/>
                <p:nvPr/>
              </p:nvPicPr>
              <p:blipFill rotWithShape="1">
                <a:blip r:embed="rId47">
                  <a:alphaModFix/>
                </a:blip>
                <a:srcRect b="0" l="0" r="0" t="0"/>
                <a:stretch/>
              </p:blipFill>
              <p:spPr>
                <a:xfrm>
                  <a:off x="5193506" y="10416381"/>
                  <a:ext cx="265027" cy="265165"/>
                </a:xfrm>
                <a:prstGeom prst="rect">
                  <a:avLst/>
                </a:prstGeom>
                <a:noFill/>
                <a:ln>
                  <a:noFill/>
                </a:ln>
              </p:spPr>
            </p:pic>
            <p:pic>
              <p:nvPicPr>
                <p:cNvPr descr="G:\ICVS\CNNPMResult\22\001614.jpg" id="407" name="Google Shape;407;p13"/>
                <p:cNvPicPr preferRelativeResize="0"/>
                <p:nvPr/>
              </p:nvPicPr>
              <p:blipFill rotWithShape="1">
                <a:blip r:embed="rId48">
                  <a:alphaModFix/>
                </a:blip>
                <a:srcRect b="0" l="0" r="0" t="0"/>
                <a:stretch/>
              </p:blipFill>
              <p:spPr>
                <a:xfrm>
                  <a:off x="4484051" y="9844881"/>
                  <a:ext cx="252255" cy="252386"/>
                </a:xfrm>
                <a:prstGeom prst="rect">
                  <a:avLst/>
                </a:prstGeom>
                <a:noFill/>
                <a:ln>
                  <a:noFill/>
                </a:ln>
              </p:spPr>
            </p:pic>
          </p:grpSp>
          <p:grpSp>
            <p:nvGrpSpPr>
              <p:cNvPr id="408" name="Google Shape;408;p13"/>
              <p:cNvGrpSpPr/>
              <p:nvPr/>
            </p:nvGrpSpPr>
            <p:grpSpPr>
              <a:xfrm>
                <a:off x="8311571" y="11504528"/>
                <a:ext cx="1682544" cy="734607"/>
                <a:chOff x="4016375" y="11017250"/>
                <a:chExt cx="1682750" cy="758825"/>
              </a:xfrm>
            </p:grpSpPr>
            <p:sp>
              <p:nvSpPr>
                <p:cNvPr id="409" name="Google Shape;409;p13"/>
                <p:cNvSpPr/>
                <p:nvPr/>
              </p:nvSpPr>
              <p:spPr>
                <a:xfrm>
                  <a:off x="4016375" y="11017250"/>
                  <a:ext cx="1682750" cy="758825"/>
                </a:xfrm>
                <a:custGeom>
                  <a:rect b="b" l="l" r="r" t="t"/>
                  <a:pathLst>
                    <a:path extrusionOk="0" h="758825" w="1682750">
                      <a:moveTo>
                        <a:pt x="146050" y="612775"/>
                      </a:moveTo>
                      <a:cubicBezTo>
                        <a:pt x="225425" y="646112"/>
                        <a:pt x="384175" y="676275"/>
                        <a:pt x="498475" y="698500"/>
                      </a:cubicBezTo>
                      <a:cubicBezTo>
                        <a:pt x="612775" y="720725"/>
                        <a:pt x="728663" y="738188"/>
                        <a:pt x="831850" y="746125"/>
                      </a:cubicBezTo>
                      <a:cubicBezTo>
                        <a:pt x="935037" y="754062"/>
                        <a:pt x="1031875" y="758825"/>
                        <a:pt x="1117600" y="746125"/>
                      </a:cubicBezTo>
                      <a:cubicBezTo>
                        <a:pt x="1203325" y="733425"/>
                        <a:pt x="1292225" y="693737"/>
                        <a:pt x="1346200" y="669925"/>
                      </a:cubicBezTo>
                      <a:cubicBezTo>
                        <a:pt x="1400175" y="646113"/>
                        <a:pt x="1404938" y="631825"/>
                        <a:pt x="1441450" y="603250"/>
                      </a:cubicBezTo>
                      <a:cubicBezTo>
                        <a:pt x="1477962" y="574675"/>
                        <a:pt x="1530350" y="533400"/>
                        <a:pt x="1565275" y="498475"/>
                      </a:cubicBezTo>
                      <a:cubicBezTo>
                        <a:pt x="1600200" y="463550"/>
                        <a:pt x="1631950" y="430212"/>
                        <a:pt x="1651000" y="393700"/>
                      </a:cubicBezTo>
                      <a:cubicBezTo>
                        <a:pt x="1670050" y="357188"/>
                        <a:pt x="1676400" y="323850"/>
                        <a:pt x="1679575" y="279400"/>
                      </a:cubicBezTo>
                      <a:cubicBezTo>
                        <a:pt x="1682750" y="234950"/>
                        <a:pt x="1677987" y="163512"/>
                        <a:pt x="1670050" y="127000"/>
                      </a:cubicBezTo>
                      <a:cubicBezTo>
                        <a:pt x="1662113" y="90488"/>
                        <a:pt x="1657350" y="79375"/>
                        <a:pt x="1631950" y="60325"/>
                      </a:cubicBezTo>
                      <a:cubicBezTo>
                        <a:pt x="1606550" y="41275"/>
                        <a:pt x="1555750" y="20637"/>
                        <a:pt x="1517650" y="12700"/>
                      </a:cubicBezTo>
                      <a:cubicBezTo>
                        <a:pt x="1479550" y="4763"/>
                        <a:pt x="1446213" y="0"/>
                        <a:pt x="1403350" y="12700"/>
                      </a:cubicBezTo>
                      <a:cubicBezTo>
                        <a:pt x="1360488" y="25400"/>
                        <a:pt x="1309687" y="58738"/>
                        <a:pt x="1260475" y="88900"/>
                      </a:cubicBezTo>
                      <a:cubicBezTo>
                        <a:pt x="1211263" y="119062"/>
                        <a:pt x="1155700" y="161925"/>
                        <a:pt x="1108075" y="193675"/>
                      </a:cubicBezTo>
                      <a:cubicBezTo>
                        <a:pt x="1060450" y="225425"/>
                        <a:pt x="1016000" y="263525"/>
                        <a:pt x="974725" y="279400"/>
                      </a:cubicBezTo>
                      <a:cubicBezTo>
                        <a:pt x="933450" y="295275"/>
                        <a:pt x="906462" y="292100"/>
                        <a:pt x="860425" y="288925"/>
                      </a:cubicBezTo>
                      <a:cubicBezTo>
                        <a:pt x="814388" y="285750"/>
                        <a:pt x="752475" y="271462"/>
                        <a:pt x="698500" y="260350"/>
                      </a:cubicBezTo>
                      <a:cubicBezTo>
                        <a:pt x="644525" y="249238"/>
                        <a:pt x="536575" y="222250"/>
                        <a:pt x="536575" y="222250"/>
                      </a:cubicBezTo>
                      <a:cubicBezTo>
                        <a:pt x="482600" y="209550"/>
                        <a:pt x="425450" y="193675"/>
                        <a:pt x="374650" y="184150"/>
                      </a:cubicBezTo>
                      <a:cubicBezTo>
                        <a:pt x="323850" y="174625"/>
                        <a:pt x="280987" y="157163"/>
                        <a:pt x="231775" y="165100"/>
                      </a:cubicBezTo>
                      <a:cubicBezTo>
                        <a:pt x="182563" y="173037"/>
                        <a:pt x="111125" y="207963"/>
                        <a:pt x="79375" y="231775"/>
                      </a:cubicBezTo>
                      <a:cubicBezTo>
                        <a:pt x="47625" y="255587"/>
                        <a:pt x="50800" y="282575"/>
                        <a:pt x="41275" y="307975"/>
                      </a:cubicBezTo>
                      <a:cubicBezTo>
                        <a:pt x="31750" y="333375"/>
                        <a:pt x="25400" y="352425"/>
                        <a:pt x="22225" y="384175"/>
                      </a:cubicBezTo>
                      <a:cubicBezTo>
                        <a:pt x="19050" y="415925"/>
                        <a:pt x="0" y="460375"/>
                        <a:pt x="22225" y="498475"/>
                      </a:cubicBezTo>
                      <a:cubicBezTo>
                        <a:pt x="44450" y="536575"/>
                        <a:pt x="66675" y="579438"/>
                        <a:pt x="146050" y="612775"/>
                      </a:cubicBezTo>
                      <a:close/>
                    </a:path>
                  </a:pathLst>
                </a:custGeom>
                <a:noFill/>
                <a:ln cap="flat" cmpd="sng" w="9525">
                  <a:solidFill>
                    <a:srgbClr val="071AC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ABCPMResult\5\000994.jpg" id="410" name="Google Shape;410;p13"/>
                <p:cNvPicPr preferRelativeResize="0"/>
                <p:nvPr/>
              </p:nvPicPr>
              <p:blipFill rotWithShape="1">
                <a:blip r:embed="rId49">
                  <a:alphaModFix/>
                </a:blip>
                <a:srcRect b="0" l="0" r="0" t="0"/>
                <a:stretch/>
              </p:blipFill>
              <p:spPr>
                <a:xfrm>
                  <a:off x="4470305" y="11368881"/>
                  <a:ext cx="248554" cy="248683"/>
                </a:xfrm>
                <a:prstGeom prst="rect">
                  <a:avLst/>
                </a:prstGeom>
                <a:noFill/>
                <a:ln>
                  <a:noFill/>
                </a:ln>
              </p:spPr>
            </p:pic>
            <p:pic>
              <p:nvPicPr>
                <p:cNvPr descr="G:\ICVS\ABCPMResult\5\000995.jpg" id="411" name="Google Shape;411;p13"/>
                <p:cNvPicPr preferRelativeResize="0"/>
                <p:nvPr/>
              </p:nvPicPr>
              <p:blipFill rotWithShape="1">
                <a:blip r:embed="rId11">
                  <a:alphaModFix/>
                </a:blip>
                <a:srcRect b="0" l="0" r="0" t="0"/>
                <a:stretch/>
              </p:blipFill>
              <p:spPr>
                <a:xfrm>
                  <a:off x="4775105" y="11445081"/>
                  <a:ext cx="260981" cy="261117"/>
                </a:xfrm>
                <a:prstGeom prst="rect">
                  <a:avLst/>
                </a:prstGeom>
                <a:noFill/>
                <a:ln>
                  <a:noFill/>
                </a:ln>
              </p:spPr>
            </p:pic>
            <p:pic>
              <p:nvPicPr>
                <p:cNvPr descr="G:\ICVS\ABCPMResult\5\001029.jpg" id="412" name="Google Shape;412;p13"/>
                <p:cNvPicPr preferRelativeResize="0"/>
                <p:nvPr/>
              </p:nvPicPr>
              <p:blipFill rotWithShape="1">
                <a:blip r:embed="rId12">
                  <a:alphaModFix/>
                </a:blip>
                <a:srcRect b="0" l="0" r="0" t="0"/>
                <a:stretch/>
              </p:blipFill>
              <p:spPr>
                <a:xfrm>
                  <a:off x="5079905" y="11292681"/>
                  <a:ext cx="266001" cy="266139"/>
                </a:xfrm>
                <a:prstGeom prst="rect">
                  <a:avLst/>
                </a:prstGeom>
                <a:noFill/>
                <a:ln>
                  <a:noFill/>
                </a:ln>
              </p:spPr>
            </p:pic>
            <p:pic>
              <p:nvPicPr>
                <p:cNvPr descr="G:\ICVS\ABCPMResult\5\001030.jpg" id="413" name="Google Shape;413;p13"/>
                <p:cNvPicPr preferRelativeResize="0"/>
                <p:nvPr/>
              </p:nvPicPr>
              <p:blipFill rotWithShape="1">
                <a:blip r:embed="rId13">
                  <a:alphaModFix/>
                </a:blip>
                <a:srcRect b="0" l="0" r="0" t="0"/>
                <a:stretch/>
              </p:blipFill>
              <p:spPr>
                <a:xfrm>
                  <a:off x="5308505" y="11140281"/>
                  <a:ext cx="266001" cy="266139"/>
                </a:xfrm>
                <a:prstGeom prst="rect">
                  <a:avLst/>
                </a:prstGeom>
                <a:noFill/>
                <a:ln>
                  <a:noFill/>
                </a:ln>
              </p:spPr>
            </p:pic>
            <p:pic>
              <p:nvPicPr>
                <p:cNvPr descr="G:\ICVS\ABCPMResult\5\001038.jpg" id="414" name="Google Shape;414;p13"/>
                <p:cNvPicPr preferRelativeResize="0"/>
                <p:nvPr/>
              </p:nvPicPr>
              <p:blipFill rotWithShape="1">
                <a:blip r:embed="rId50">
                  <a:alphaModFix/>
                </a:blip>
                <a:srcRect b="0" l="0" r="0" t="0"/>
                <a:stretch/>
              </p:blipFill>
              <p:spPr>
                <a:xfrm>
                  <a:off x="4165505" y="11292681"/>
                  <a:ext cx="248554" cy="248683"/>
                </a:xfrm>
                <a:prstGeom prst="rect">
                  <a:avLst/>
                </a:prstGeom>
                <a:noFill/>
                <a:ln>
                  <a:noFill/>
                </a:ln>
              </p:spPr>
            </p:pic>
          </p:grpSp>
          <p:grpSp>
            <p:nvGrpSpPr>
              <p:cNvPr id="415" name="Google Shape;415;p13"/>
              <p:cNvGrpSpPr/>
              <p:nvPr/>
            </p:nvGrpSpPr>
            <p:grpSpPr>
              <a:xfrm>
                <a:off x="7556018" y="10283503"/>
                <a:ext cx="823019" cy="1073479"/>
                <a:chOff x="3507581" y="9882981"/>
                <a:chExt cx="823119" cy="1108869"/>
              </a:xfrm>
            </p:grpSpPr>
            <p:pic>
              <p:nvPicPr>
                <p:cNvPr descr="E:\SITIS\0204_Tracks\83\18675_12.jpg" id="416" name="Google Shape;416;p13"/>
                <p:cNvPicPr preferRelativeResize="0"/>
                <p:nvPr/>
              </p:nvPicPr>
              <p:blipFill rotWithShape="1">
                <a:blip r:embed="rId51">
                  <a:alphaModFix/>
                </a:blip>
                <a:srcRect b="0" l="0" r="0" t="0"/>
                <a:stretch/>
              </p:blipFill>
              <p:spPr>
                <a:xfrm>
                  <a:off x="3593306" y="9997281"/>
                  <a:ext cx="272257" cy="272257"/>
                </a:xfrm>
                <a:prstGeom prst="rect">
                  <a:avLst/>
                </a:prstGeom>
                <a:noFill/>
                <a:ln>
                  <a:noFill/>
                </a:ln>
              </p:spPr>
            </p:pic>
            <p:pic>
              <p:nvPicPr>
                <p:cNvPr descr="E:\SITIS\0204_Tracks\83\18692_13.jpg" id="417" name="Google Shape;417;p13"/>
                <p:cNvPicPr preferRelativeResize="0"/>
                <p:nvPr/>
              </p:nvPicPr>
              <p:blipFill rotWithShape="1">
                <a:blip r:embed="rId52">
                  <a:alphaModFix/>
                </a:blip>
                <a:srcRect b="0" l="0" r="0" t="0"/>
                <a:stretch/>
              </p:blipFill>
              <p:spPr>
                <a:xfrm>
                  <a:off x="3821906" y="10149681"/>
                  <a:ext cx="272257" cy="272257"/>
                </a:xfrm>
                <a:prstGeom prst="rect">
                  <a:avLst/>
                </a:prstGeom>
                <a:noFill/>
                <a:ln>
                  <a:noFill/>
                </a:ln>
              </p:spPr>
            </p:pic>
            <p:pic>
              <p:nvPicPr>
                <p:cNvPr descr="E:\SITIS\0204_Tracks\83\18579_13.jpg" id="418" name="Google Shape;418;p13"/>
                <p:cNvPicPr preferRelativeResize="0"/>
                <p:nvPr/>
              </p:nvPicPr>
              <p:blipFill rotWithShape="1">
                <a:blip r:embed="rId53">
                  <a:alphaModFix/>
                </a:blip>
                <a:srcRect b="0" l="0" r="0" t="0"/>
                <a:stretch/>
              </p:blipFill>
              <p:spPr>
                <a:xfrm>
                  <a:off x="3821906" y="10606881"/>
                  <a:ext cx="272257" cy="272257"/>
                </a:xfrm>
                <a:prstGeom prst="rect">
                  <a:avLst/>
                </a:prstGeom>
                <a:noFill/>
                <a:ln>
                  <a:noFill/>
                </a:ln>
              </p:spPr>
            </p:pic>
            <p:pic>
              <p:nvPicPr>
                <p:cNvPr descr="E:\SITIS\0204_Tracks\83\18688_11.jpg" id="419" name="Google Shape;419;p13"/>
                <p:cNvPicPr preferRelativeResize="0"/>
                <p:nvPr/>
              </p:nvPicPr>
              <p:blipFill rotWithShape="1">
                <a:blip r:embed="rId54">
                  <a:alphaModFix/>
                </a:blip>
                <a:srcRect b="0" l="0" r="0" t="0"/>
                <a:stretch/>
              </p:blipFill>
              <p:spPr>
                <a:xfrm>
                  <a:off x="3964781" y="10349706"/>
                  <a:ext cx="272257" cy="272257"/>
                </a:xfrm>
                <a:prstGeom prst="rect">
                  <a:avLst/>
                </a:prstGeom>
                <a:noFill/>
                <a:ln>
                  <a:noFill/>
                </a:ln>
              </p:spPr>
            </p:pic>
            <p:sp>
              <p:nvSpPr>
                <p:cNvPr id="420" name="Google Shape;420;p13"/>
                <p:cNvSpPr/>
                <p:nvPr/>
              </p:nvSpPr>
              <p:spPr>
                <a:xfrm>
                  <a:off x="3507581" y="9882981"/>
                  <a:ext cx="823119" cy="1108869"/>
                </a:xfrm>
                <a:custGeom>
                  <a:rect b="b" l="l" r="r" t="t"/>
                  <a:pathLst>
                    <a:path extrusionOk="0" h="1249362" w="885825">
                      <a:moveTo>
                        <a:pt x="22225" y="496887"/>
                      </a:moveTo>
                      <a:cubicBezTo>
                        <a:pt x="34925" y="549275"/>
                        <a:pt x="50800" y="549275"/>
                        <a:pt x="79375" y="573087"/>
                      </a:cubicBezTo>
                      <a:cubicBezTo>
                        <a:pt x="107950" y="596899"/>
                        <a:pt x="168275" y="622299"/>
                        <a:pt x="193675" y="639762"/>
                      </a:cubicBezTo>
                      <a:cubicBezTo>
                        <a:pt x="219075" y="657225"/>
                        <a:pt x="223838" y="657225"/>
                        <a:pt x="231775" y="677862"/>
                      </a:cubicBezTo>
                      <a:cubicBezTo>
                        <a:pt x="239713" y="698500"/>
                        <a:pt x="239713" y="735012"/>
                        <a:pt x="241300" y="763587"/>
                      </a:cubicBezTo>
                      <a:cubicBezTo>
                        <a:pt x="242888" y="792162"/>
                        <a:pt x="244475" y="820737"/>
                        <a:pt x="241300" y="849312"/>
                      </a:cubicBezTo>
                      <a:cubicBezTo>
                        <a:pt x="238125" y="877887"/>
                        <a:pt x="225425" y="898525"/>
                        <a:pt x="222250" y="935037"/>
                      </a:cubicBezTo>
                      <a:cubicBezTo>
                        <a:pt x="219075" y="971549"/>
                        <a:pt x="214313" y="1033462"/>
                        <a:pt x="222250" y="1068387"/>
                      </a:cubicBezTo>
                      <a:cubicBezTo>
                        <a:pt x="230187" y="1103312"/>
                        <a:pt x="242888" y="1120775"/>
                        <a:pt x="269875" y="1144587"/>
                      </a:cubicBezTo>
                      <a:cubicBezTo>
                        <a:pt x="296862" y="1168399"/>
                        <a:pt x="339725" y="1193800"/>
                        <a:pt x="384175" y="1211262"/>
                      </a:cubicBezTo>
                      <a:cubicBezTo>
                        <a:pt x="428625" y="1228724"/>
                        <a:pt x="490538" y="1249362"/>
                        <a:pt x="536575" y="1249362"/>
                      </a:cubicBezTo>
                      <a:cubicBezTo>
                        <a:pt x="582612" y="1249362"/>
                        <a:pt x="620713" y="1233487"/>
                        <a:pt x="660400" y="1211262"/>
                      </a:cubicBezTo>
                      <a:cubicBezTo>
                        <a:pt x="700087" y="1189037"/>
                        <a:pt x="742950" y="1158874"/>
                        <a:pt x="774700" y="1116012"/>
                      </a:cubicBezTo>
                      <a:cubicBezTo>
                        <a:pt x="806450" y="1073150"/>
                        <a:pt x="833438" y="1014412"/>
                        <a:pt x="850900" y="954087"/>
                      </a:cubicBezTo>
                      <a:cubicBezTo>
                        <a:pt x="868362" y="893762"/>
                        <a:pt x="874713" y="811212"/>
                        <a:pt x="879475" y="754062"/>
                      </a:cubicBezTo>
                      <a:cubicBezTo>
                        <a:pt x="884238" y="696912"/>
                        <a:pt x="885825" y="655637"/>
                        <a:pt x="879475" y="611187"/>
                      </a:cubicBezTo>
                      <a:cubicBezTo>
                        <a:pt x="873125" y="566737"/>
                        <a:pt x="860425" y="533399"/>
                        <a:pt x="841375" y="487362"/>
                      </a:cubicBezTo>
                      <a:cubicBezTo>
                        <a:pt x="822325" y="441325"/>
                        <a:pt x="790575" y="374650"/>
                        <a:pt x="765175" y="334962"/>
                      </a:cubicBezTo>
                      <a:cubicBezTo>
                        <a:pt x="739775" y="295275"/>
                        <a:pt x="717550" y="282575"/>
                        <a:pt x="688975" y="249237"/>
                      </a:cubicBezTo>
                      <a:cubicBezTo>
                        <a:pt x="660400" y="215900"/>
                        <a:pt x="633412" y="169862"/>
                        <a:pt x="593725" y="134937"/>
                      </a:cubicBezTo>
                      <a:cubicBezTo>
                        <a:pt x="554038" y="100012"/>
                        <a:pt x="511175" y="61912"/>
                        <a:pt x="450850" y="39687"/>
                      </a:cubicBezTo>
                      <a:cubicBezTo>
                        <a:pt x="390525" y="17462"/>
                        <a:pt x="293687" y="0"/>
                        <a:pt x="231775" y="1587"/>
                      </a:cubicBezTo>
                      <a:cubicBezTo>
                        <a:pt x="169863" y="3174"/>
                        <a:pt x="109537" y="33337"/>
                        <a:pt x="79375" y="49212"/>
                      </a:cubicBezTo>
                      <a:cubicBezTo>
                        <a:pt x="49213" y="65087"/>
                        <a:pt x="63500" y="61912"/>
                        <a:pt x="50800" y="96837"/>
                      </a:cubicBezTo>
                      <a:cubicBezTo>
                        <a:pt x="38100" y="131762"/>
                        <a:pt x="6350" y="188912"/>
                        <a:pt x="3175" y="258762"/>
                      </a:cubicBezTo>
                      <a:cubicBezTo>
                        <a:pt x="0" y="328612"/>
                        <a:pt x="9525" y="444500"/>
                        <a:pt x="22225" y="496887"/>
                      </a:cubicBezTo>
                      <a:close/>
                    </a:path>
                  </a:pathLst>
                </a:custGeom>
                <a:noFill/>
                <a:ln cap="flat" cmpd="sng" w="952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sp>
            <p:nvSpPr>
              <p:cNvPr id="421" name="Google Shape;421;p13"/>
              <p:cNvSpPr/>
              <p:nvPr/>
            </p:nvSpPr>
            <p:spPr>
              <a:xfrm rot="590344">
                <a:off x="7235031" y="12212211"/>
                <a:ext cx="893085" cy="20856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5B5BA0"/>
                  </a:buClr>
                  <a:buSzPts val="1200"/>
                  <a:buFont typeface="Times"/>
                  <a:buNone/>
                </a:pPr>
                <a:r>
                  <a:rPr b="1" baseline="30000" i="0" lang="en-US" sz="1200" u="none" cap="none" strike="noStrike">
                    <a:solidFill>
                      <a:srgbClr val="5B5BA0"/>
                    </a:solidFill>
                    <a:latin typeface="Times"/>
                    <a:ea typeface="Times"/>
                    <a:cs typeface="Times"/>
                    <a:sym typeface="Times"/>
                  </a:rPr>
                  <a:t>Feature Space</a:t>
                </a:r>
                <a:endParaRPr/>
              </a:p>
            </p:txBody>
          </p:sp>
          <p:cxnSp>
            <p:nvCxnSpPr>
              <p:cNvPr id="422" name="Google Shape;422;p13"/>
              <p:cNvCxnSpPr/>
              <p:nvPr/>
            </p:nvCxnSpPr>
            <p:spPr>
              <a:xfrm flipH="1" rot="10800000">
                <a:off x="8285381" y="10673087"/>
                <a:ext cx="358730" cy="194039"/>
              </a:xfrm>
              <a:prstGeom prst="straightConnector1">
                <a:avLst/>
              </a:prstGeom>
              <a:noFill/>
              <a:ln cap="rnd" cmpd="sng" w="19050">
                <a:solidFill>
                  <a:srgbClr val="C00000"/>
                </a:solidFill>
                <a:prstDash val="solid"/>
                <a:miter lim="800000"/>
                <a:headEnd len="med" w="med" type="none"/>
                <a:tailEnd len="med" w="med" type="none"/>
              </a:ln>
            </p:spPr>
          </p:cxnSp>
          <p:sp>
            <p:nvSpPr>
              <p:cNvPr id="423" name="Google Shape;423;p13"/>
              <p:cNvSpPr txBox="1"/>
              <p:nvPr/>
            </p:nvSpPr>
            <p:spPr>
              <a:xfrm rot="-1860000">
                <a:off x="8204030" y="10785684"/>
                <a:ext cx="685716" cy="433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600"/>
                  <a:buFont typeface="Tahoma"/>
                  <a:buNone/>
                </a:pPr>
                <a:r>
                  <a:rPr b="1" i="0" lang="en-US" sz="600" u="none">
                    <a:solidFill>
                      <a:srgbClr val="C00000"/>
                    </a:solidFill>
                    <a:latin typeface="Tahoma"/>
                    <a:ea typeface="Tahoma"/>
                    <a:cs typeface="Tahoma"/>
                    <a:sym typeface="Tahoma"/>
                  </a:rPr>
                  <a:t>Min-Min </a:t>
                </a:r>
                <a:endParaRPr/>
              </a:p>
              <a:p>
                <a:pPr indent="0" lvl="0" marL="0" marR="0" rtl="0" algn="ctr">
                  <a:lnSpc>
                    <a:spcPct val="100000"/>
                  </a:lnSpc>
                  <a:spcBef>
                    <a:spcPts val="0"/>
                  </a:spcBef>
                  <a:spcAft>
                    <a:spcPts val="0"/>
                  </a:spcAft>
                  <a:buClr>
                    <a:srgbClr val="C00000"/>
                  </a:buClr>
                  <a:buSzPts val="600"/>
                  <a:buFont typeface="Tahoma"/>
                  <a:buNone/>
                </a:pPr>
                <a:r>
                  <a:rPr b="1" i="0" lang="en-US" sz="600" u="none">
                    <a:solidFill>
                      <a:srgbClr val="C00000"/>
                    </a:solidFill>
                    <a:latin typeface="Tahoma"/>
                    <a:ea typeface="Tahoma"/>
                    <a:cs typeface="Tahoma"/>
                    <a:sym typeface="Tahoma"/>
                  </a:rPr>
                  <a:t>distance</a:t>
                </a:r>
                <a:endParaRPr/>
              </a:p>
            </p:txBody>
          </p:sp>
        </p:grpSp>
        <p:cxnSp>
          <p:nvCxnSpPr>
            <p:cNvPr id="424" name="Google Shape;424;p13"/>
            <p:cNvCxnSpPr/>
            <p:nvPr/>
          </p:nvCxnSpPr>
          <p:spPr>
            <a:xfrm>
              <a:off x="5574506" y="10911681"/>
              <a:ext cx="228600" cy="1588"/>
            </a:xfrm>
            <a:prstGeom prst="straightConnector1">
              <a:avLst/>
            </a:prstGeom>
            <a:noFill/>
            <a:ln cap="flat" cmpd="sng" w="9525">
              <a:solidFill>
                <a:srgbClr val="FF0000"/>
              </a:solidFill>
              <a:prstDash val="solid"/>
              <a:miter lim="800000"/>
              <a:headEnd len="med" w="med" type="none"/>
              <a:tailEnd len="med" w="med" type="none"/>
            </a:ln>
          </p:spPr>
        </p:cxnSp>
        <p:cxnSp>
          <p:nvCxnSpPr>
            <p:cNvPr id="425" name="Google Shape;425;p13"/>
            <p:cNvCxnSpPr/>
            <p:nvPr/>
          </p:nvCxnSpPr>
          <p:spPr>
            <a:xfrm>
              <a:off x="5574506" y="11064081"/>
              <a:ext cx="228600" cy="1588"/>
            </a:xfrm>
            <a:prstGeom prst="straightConnector1">
              <a:avLst/>
            </a:prstGeom>
            <a:noFill/>
            <a:ln cap="flat" cmpd="sng" w="9525">
              <a:solidFill>
                <a:srgbClr val="00B050"/>
              </a:solidFill>
              <a:prstDash val="solid"/>
              <a:miter lim="800000"/>
              <a:headEnd len="med" w="med" type="none"/>
              <a:tailEnd len="med" w="med" type="none"/>
            </a:ln>
          </p:spPr>
        </p:cxnSp>
        <p:cxnSp>
          <p:nvCxnSpPr>
            <p:cNvPr id="426" name="Google Shape;426;p13"/>
            <p:cNvCxnSpPr/>
            <p:nvPr/>
          </p:nvCxnSpPr>
          <p:spPr>
            <a:xfrm>
              <a:off x="5574506" y="11214893"/>
              <a:ext cx="228600" cy="1588"/>
            </a:xfrm>
            <a:prstGeom prst="straightConnector1">
              <a:avLst/>
            </a:prstGeom>
            <a:noFill/>
            <a:ln cap="flat" cmpd="sng" w="9525">
              <a:solidFill>
                <a:srgbClr val="071ACD"/>
              </a:solidFill>
              <a:prstDash val="solid"/>
              <a:miter lim="800000"/>
              <a:headEnd len="med" w="med" type="none"/>
              <a:tailEnd len="med" w="med" type="none"/>
            </a:ln>
          </p:spPr>
        </p:cxnSp>
        <p:sp>
          <p:nvSpPr>
            <p:cNvPr id="427" name="Google Shape;427;p13"/>
            <p:cNvSpPr txBox="1"/>
            <p:nvPr/>
          </p:nvSpPr>
          <p:spPr>
            <a:xfrm>
              <a:off x="5803106" y="11130755"/>
              <a:ext cx="914400" cy="265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500"/>
                <a:buFont typeface="Tahoma"/>
                <a:buNone/>
              </a:pPr>
              <a:r>
                <a:rPr b="1" i="0" lang="en-US" sz="500" u="none">
                  <a:solidFill>
                    <a:srgbClr val="0B4993"/>
                  </a:solidFill>
                  <a:latin typeface="Tahoma"/>
                  <a:ea typeface="Tahoma"/>
                  <a:cs typeface="Tahoma"/>
                  <a:sym typeface="Tahoma"/>
                </a:rPr>
                <a:t>Face-Track Y</a:t>
              </a:r>
              <a:endParaRPr/>
            </a:p>
          </p:txBody>
        </p:sp>
        <p:sp>
          <p:nvSpPr>
            <p:cNvPr id="428" name="Google Shape;428;p13"/>
            <p:cNvSpPr txBox="1"/>
            <p:nvPr/>
          </p:nvSpPr>
          <p:spPr>
            <a:xfrm>
              <a:off x="5803106" y="10978356"/>
              <a:ext cx="914400" cy="265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500"/>
                <a:buFont typeface="Tahoma"/>
                <a:buNone/>
              </a:pPr>
              <a:r>
                <a:rPr b="1" i="0" lang="en-US" sz="500" u="none">
                  <a:solidFill>
                    <a:srgbClr val="0B4993"/>
                  </a:solidFill>
                  <a:latin typeface="Tahoma"/>
                  <a:ea typeface="Tahoma"/>
                  <a:cs typeface="Tahoma"/>
                  <a:sym typeface="Tahoma"/>
                </a:rPr>
                <a:t>Face-Track Z</a:t>
              </a:r>
              <a:endParaRPr/>
            </a:p>
          </p:txBody>
        </p:sp>
        <p:sp>
          <p:nvSpPr>
            <p:cNvPr id="429" name="Google Shape;429;p13"/>
            <p:cNvSpPr txBox="1"/>
            <p:nvPr/>
          </p:nvSpPr>
          <p:spPr>
            <a:xfrm>
              <a:off x="5803106" y="10835481"/>
              <a:ext cx="914400" cy="265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500"/>
                <a:buFont typeface="Tahoma"/>
                <a:buNone/>
              </a:pPr>
              <a:r>
                <a:rPr b="1" i="0" lang="en-US" sz="500" u="none">
                  <a:solidFill>
                    <a:srgbClr val="0B4993"/>
                  </a:solidFill>
                  <a:latin typeface="Tahoma"/>
                  <a:ea typeface="Tahoma"/>
                  <a:cs typeface="Tahoma"/>
                  <a:sym typeface="Tahoma"/>
                </a:rPr>
                <a:t>Face-Track X</a:t>
              </a:r>
              <a:endParaRPr/>
            </a:p>
          </p:txBody>
        </p:sp>
      </p:grpSp>
      <p:sp>
        <p:nvSpPr>
          <p:cNvPr id="430" name="Google Shape;430;p13"/>
          <p:cNvSpPr txBox="1"/>
          <p:nvPr/>
        </p:nvSpPr>
        <p:spPr>
          <a:xfrm>
            <a:off x="696912" y="13312775"/>
            <a:ext cx="3200400" cy="646112"/>
          </a:xfrm>
          <a:prstGeom prst="rect">
            <a:avLst/>
          </a:prstGeom>
          <a:noFill/>
          <a:ln>
            <a:noFill/>
          </a:ln>
        </p:spPr>
        <p:txBody>
          <a:bodyPr anchorCtr="0" anchor="t" bIns="45700" lIns="91425" spcFirstLastPara="1" rIns="91425" wrap="square" tIns="45700">
            <a:spAutoFit/>
          </a:bodyPr>
          <a:lstStyle/>
          <a:p>
            <a:pPr indent="-228600" lvl="0" marL="22860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Face-track matching is done by applying similarity estimation methods (e.g. Min-Min distance) on the feature space.</a:t>
            </a:r>
            <a:endParaRPr/>
          </a:p>
        </p:txBody>
      </p:sp>
      <p:sp>
        <p:nvSpPr>
          <p:cNvPr id="431" name="Google Shape;431;p13"/>
          <p:cNvSpPr txBox="1"/>
          <p:nvPr/>
        </p:nvSpPr>
        <p:spPr>
          <a:xfrm>
            <a:off x="5649912" y="3082925"/>
            <a:ext cx="4267200" cy="120015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The human face is one of the most important objects in video since it provides rich information for spotting people of interest and is the basis for interpreting facts. Therefore, detecting and recognizing faces appearing in video are essential tasks of video indexing and retrieval applications.</a:t>
            </a:r>
            <a:endParaRPr/>
          </a:p>
        </p:txBody>
      </p:sp>
      <p:sp>
        <p:nvSpPr>
          <p:cNvPr id="432" name="Google Shape;432;p13"/>
          <p:cNvSpPr txBox="1"/>
          <p:nvPr/>
        </p:nvSpPr>
        <p:spPr>
          <a:xfrm>
            <a:off x="5649912" y="4329112"/>
            <a:ext cx="4267200" cy="461962"/>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Most studies have focused on static images rather than </a:t>
            </a:r>
            <a:r>
              <a:rPr b="1" i="1" lang="en-US" sz="1200" u="none">
                <a:solidFill>
                  <a:srgbClr val="C00000"/>
                </a:solidFill>
                <a:latin typeface="Tahoma"/>
                <a:ea typeface="Tahoma"/>
                <a:cs typeface="Tahoma"/>
                <a:sym typeface="Tahoma"/>
              </a:rPr>
              <a:t>large-scale</a:t>
            </a:r>
            <a:r>
              <a:rPr b="0" i="0" lang="en-US" sz="1200" u="none">
                <a:solidFill>
                  <a:schemeClr val="dk1"/>
                </a:solidFill>
                <a:latin typeface="Tahoma"/>
                <a:ea typeface="Tahoma"/>
                <a:cs typeface="Tahoma"/>
                <a:sym typeface="Tahoma"/>
              </a:rPr>
              <a:t> and </a:t>
            </a:r>
            <a:r>
              <a:rPr b="1" i="1" lang="en-US" sz="1200" u="none">
                <a:solidFill>
                  <a:srgbClr val="C00000"/>
                </a:solidFill>
                <a:latin typeface="Tahoma"/>
                <a:ea typeface="Tahoma"/>
                <a:cs typeface="Tahoma"/>
                <a:sym typeface="Tahoma"/>
              </a:rPr>
              <a:t>real</a:t>
            </a:r>
            <a:r>
              <a:rPr b="0" i="0" lang="en-US" sz="1200" u="none">
                <a:solidFill>
                  <a:srgbClr val="C00000"/>
                </a:solidFill>
                <a:latin typeface="Tahoma"/>
                <a:ea typeface="Tahoma"/>
                <a:cs typeface="Tahoma"/>
                <a:sym typeface="Tahoma"/>
              </a:rPr>
              <a:t> </a:t>
            </a:r>
            <a:r>
              <a:rPr b="1" i="1" lang="en-US" sz="1200" u="none">
                <a:solidFill>
                  <a:srgbClr val="C00000"/>
                </a:solidFill>
                <a:latin typeface="Tahoma"/>
                <a:ea typeface="Tahoma"/>
                <a:cs typeface="Tahoma"/>
                <a:sym typeface="Tahoma"/>
              </a:rPr>
              <a:t>video dataset</a:t>
            </a:r>
            <a:r>
              <a:rPr b="0" i="0" lang="en-US" sz="1200" u="none">
                <a:solidFill>
                  <a:schemeClr val="dk1"/>
                </a:solidFill>
                <a:latin typeface="Tahoma"/>
                <a:ea typeface="Tahoma"/>
                <a:cs typeface="Tahoma"/>
                <a:sym typeface="Tahoma"/>
              </a:rPr>
              <a:t>.</a:t>
            </a:r>
            <a:endParaRPr/>
          </a:p>
        </p:txBody>
      </p:sp>
      <p:sp>
        <p:nvSpPr>
          <p:cNvPr id="433" name="Google Shape;433;p13"/>
          <p:cNvSpPr txBox="1"/>
          <p:nvPr/>
        </p:nvSpPr>
        <p:spPr>
          <a:xfrm>
            <a:off x="620712" y="3090862"/>
            <a:ext cx="4267200" cy="461962"/>
          </a:xfrm>
          <a:prstGeom prst="rect">
            <a:avLst/>
          </a:prstGeom>
          <a:noFill/>
          <a:ln>
            <a:noFill/>
          </a:ln>
        </p:spPr>
        <p:txBody>
          <a:bodyPr anchorCtr="0" anchor="t" bIns="45700" lIns="91425" spcFirstLastPara="1" rIns="91425" wrap="square" tIns="45700">
            <a:spAutoFit/>
          </a:bodyPr>
          <a:lstStyle/>
          <a:p>
            <a:pPr indent="0" lvl="0" marL="171450" marR="0" rtl="0" algn="just">
              <a:lnSpc>
                <a:spcPct val="100000"/>
              </a:lnSpc>
              <a:spcBef>
                <a:spcPts val="0"/>
              </a:spcBef>
              <a:spcAft>
                <a:spcPts val="0"/>
              </a:spcAft>
              <a:buClr>
                <a:schemeClr val="dk1"/>
              </a:buClr>
              <a:buSzPts val="1200"/>
              <a:buFont typeface="Tahoma"/>
              <a:buNone/>
            </a:pPr>
            <a:r>
              <a:rPr b="0" i="0" lang="en-US" sz="1200" u="none">
                <a:solidFill>
                  <a:schemeClr val="dk1"/>
                </a:solidFill>
                <a:latin typeface="Tahoma"/>
                <a:ea typeface="Tahoma"/>
                <a:cs typeface="Tahoma"/>
                <a:sym typeface="Tahoma"/>
              </a:rPr>
              <a:t>We introduce a framework to process and retrieve faces in video, in which we have:</a:t>
            </a:r>
            <a:endParaRPr/>
          </a:p>
        </p:txBody>
      </p:sp>
      <p:sp>
        <p:nvSpPr>
          <p:cNvPr id="434" name="Google Shape;434;p13"/>
          <p:cNvSpPr txBox="1"/>
          <p:nvPr/>
        </p:nvSpPr>
        <p:spPr>
          <a:xfrm>
            <a:off x="925512" y="3538537"/>
            <a:ext cx="3962400" cy="461962"/>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Proposed a robust method to extract face-tracks in news  video.</a:t>
            </a:r>
            <a:endParaRPr/>
          </a:p>
        </p:txBody>
      </p:sp>
      <p:sp>
        <p:nvSpPr>
          <p:cNvPr id="435" name="Google Shape;435;p13"/>
          <p:cNvSpPr txBox="1"/>
          <p:nvPr/>
        </p:nvSpPr>
        <p:spPr>
          <a:xfrm>
            <a:off x="925512" y="4014787"/>
            <a:ext cx="4038600" cy="461962"/>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Built the largest face database compare to current popular worldwide face databases.</a:t>
            </a:r>
            <a:endParaRPr/>
          </a:p>
        </p:txBody>
      </p:sp>
      <p:sp>
        <p:nvSpPr>
          <p:cNvPr id="436" name="Google Shape;436;p13"/>
          <p:cNvSpPr txBox="1"/>
          <p:nvPr/>
        </p:nvSpPr>
        <p:spPr>
          <a:xfrm>
            <a:off x="925512" y="4510087"/>
            <a:ext cx="3962400" cy="276225"/>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Evaluated several face-track matching methods.</a:t>
            </a:r>
            <a:endParaRPr/>
          </a:p>
        </p:txBody>
      </p:sp>
      <p:grpSp>
        <p:nvGrpSpPr>
          <p:cNvPr id="437" name="Google Shape;437;p13"/>
          <p:cNvGrpSpPr/>
          <p:nvPr/>
        </p:nvGrpSpPr>
        <p:grpSpPr>
          <a:xfrm>
            <a:off x="6792912" y="8853487"/>
            <a:ext cx="3581400" cy="3048000"/>
            <a:chOff x="2117928" y="5513139"/>
            <a:chExt cx="4094753" cy="3445917"/>
          </a:xfrm>
        </p:grpSpPr>
        <p:sp>
          <p:nvSpPr>
            <p:cNvPr id="438" name="Google Shape;438;p13"/>
            <p:cNvSpPr/>
            <p:nvPr/>
          </p:nvSpPr>
          <p:spPr>
            <a:xfrm>
              <a:off x="2346528" y="7406481"/>
              <a:ext cx="838200" cy="609600"/>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grpSp>
          <p:nvGrpSpPr>
            <p:cNvPr id="439" name="Google Shape;439;p13"/>
            <p:cNvGrpSpPr/>
            <p:nvPr/>
          </p:nvGrpSpPr>
          <p:grpSpPr>
            <a:xfrm>
              <a:off x="2386556" y="5764404"/>
              <a:ext cx="3430445" cy="1069670"/>
              <a:chOff x="415418" y="1524808"/>
              <a:chExt cx="8349229" cy="1448014"/>
            </a:xfrm>
          </p:grpSpPr>
          <p:sp>
            <p:nvSpPr>
              <p:cNvPr id="440" name="Google Shape;440;p13"/>
              <p:cNvSpPr txBox="1"/>
              <p:nvPr/>
            </p:nvSpPr>
            <p:spPr>
              <a:xfrm>
                <a:off x="415418" y="1524808"/>
                <a:ext cx="8349229" cy="1448014"/>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1" name="Google Shape;441;p13"/>
              <p:cNvSpPr/>
              <p:nvPr/>
            </p:nvSpPr>
            <p:spPr>
              <a:xfrm>
                <a:off x="468429"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2" name="Google Shape;442;p13"/>
              <p:cNvSpPr/>
              <p:nvPr/>
            </p:nvSpPr>
            <p:spPr>
              <a:xfrm>
                <a:off x="817417" y="2773599"/>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3" name="Google Shape;443;p13"/>
              <p:cNvSpPr/>
              <p:nvPr/>
            </p:nvSpPr>
            <p:spPr>
              <a:xfrm>
                <a:off x="1166407"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4" name="Google Shape;444;p13"/>
              <p:cNvSpPr/>
              <p:nvPr/>
            </p:nvSpPr>
            <p:spPr>
              <a:xfrm>
                <a:off x="1515394" y="2773599"/>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5" name="Google Shape;445;p13"/>
              <p:cNvSpPr/>
              <p:nvPr/>
            </p:nvSpPr>
            <p:spPr>
              <a:xfrm>
                <a:off x="1859966"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6" name="Google Shape;446;p13"/>
              <p:cNvSpPr/>
              <p:nvPr/>
            </p:nvSpPr>
            <p:spPr>
              <a:xfrm>
                <a:off x="2208956"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7" name="Google Shape;447;p13"/>
              <p:cNvSpPr/>
              <p:nvPr/>
            </p:nvSpPr>
            <p:spPr>
              <a:xfrm>
                <a:off x="2557944"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8" name="Google Shape;448;p13"/>
              <p:cNvSpPr/>
              <p:nvPr/>
            </p:nvSpPr>
            <p:spPr>
              <a:xfrm>
                <a:off x="2906934"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9" name="Google Shape;449;p13"/>
              <p:cNvSpPr/>
              <p:nvPr/>
            </p:nvSpPr>
            <p:spPr>
              <a:xfrm>
                <a:off x="3251505"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0" name="Google Shape;450;p13"/>
              <p:cNvSpPr/>
              <p:nvPr/>
            </p:nvSpPr>
            <p:spPr>
              <a:xfrm>
                <a:off x="3600493" y="2773599"/>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1" name="Google Shape;451;p13"/>
              <p:cNvSpPr/>
              <p:nvPr/>
            </p:nvSpPr>
            <p:spPr>
              <a:xfrm>
                <a:off x="3949483"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2" name="Google Shape;452;p13"/>
              <p:cNvSpPr/>
              <p:nvPr/>
            </p:nvSpPr>
            <p:spPr>
              <a:xfrm>
                <a:off x="4294055" y="2773599"/>
                <a:ext cx="265055"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3" name="Google Shape;453;p13"/>
              <p:cNvSpPr/>
              <p:nvPr/>
            </p:nvSpPr>
            <p:spPr>
              <a:xfrm>
                <a:off x="4643042"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4" name="Google Shape;454;p13"/>
              <p:cNvSpPr/>
              <p:nvPr/>
            </p:nvSpPr>
            <p:spPr>
              <a:xfrm>
                <a:off x="4992033"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5" name="Google Shape;455;p13"/>
              <p:cNvSpPr/>
              <p:nvPr/>
            </p:nvSpPr>
            <p:spPr>
              <a:xfrm>
                <a:off x="5341020"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6" name="Google Shape;456;p13"/>
              <p:cNvSpPr/>
              <p:nvPr/>
            </p:nvSpPr>
            <p:spPr>
              <a:xfrm>
                <a:off x="5690011"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7" name="Google Shape;457;p13"/>
              <p:cNvSpPr/>
              <p:nvPr/>
            </p:nvSpPr>
            <p:spPr>
              <a:xfrm>
                <a:off x="6034582"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8" name="Google Shape;458;p13"/>
              <p:cNvSpPr/>
              <p:nvPr/>
            </p:nvSpPr>
            <p:spPr>
              <a:xfrm>
                <a:off x="6383569" y="2773599"/>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9" name="Google Shape;459;p13"/>
              <p:cNvSpPr/>
              <p:nvPr/>
            </p:nvSpPr>
            <p:spPr>
              <a:xfrm>
                <a:off x="6732560"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0" name="Google Shape;460;p13"/>
              <p:cNvSpPr/>
              <p:nvPr/>
            </p:nvSpPr>
            <p:spPr>
              <a:xfrm>
                <a:off x="7077131" y="2773599"/>
                <a:ext cx="265055"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1" name="Google Shape;461;p13"/>
              <p:cNvSpPr/>
              <p:nvPr/>
            </p:nvSpPr>
            <p:spPr>
              <a:xfrm>
                <a:off x="7426119"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2" name="Google Shape;462;p13"/>
              <p:cNvSpPr/>
              <p:nvPr/>
            </p:nvSpPr>
            <p:spPr>
              <a:xfrm>
                <a:off x="7775109"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3" name="Google Shape;463;p13"/>
              <p:cNvSpPr/>
              <p:nvPr/>
            </p:nvSpPr>
            <p:spPr>
              <a:xfrm>
                <a:off x="8124097"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4" name="Google Shape;464;p13"/>
              <p:cNvSpPr/>
              <p:nvPr/>
            </p:nvSpPr>
            <p:spPr>
              <a:xfrm>
                <a:off x="8473087"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5" name="Google Shape;465;p13"/>
              <p:cNvSpPr/>
              <p:nvPr/>
            </p:nvSpPr>
            <p:spPr>
              <a:xfrm>
                <a:off x="481680" y="1568540"/>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6" name="Google Shape;466;p13"/>
              <p:cNvSpPr/>
              <p:nvPr/>
            </p:nvSpPr>
            <p:spPr>
              <a:xfrm>
                <a:off x="830671" y="1563681"/>
                <a:ext cx="260636"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7" name="Google Shape;467;p13"/>
              <p:cNvSpPr/>
              <p:nvPr/>
            </p:nvSpPr>
            <p:spPr>
              <a:xfrm>
                <a:off x="1175242"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8" name="Google Shape;468;p13"/>
              <p:cNvSpPr/>
              <p:nvPr/>
            </p:nvSpPr>
            <p:spPr>
              <a:xfrm>
                <a:off x="1524230"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9" name="Google Shape;469;p13"/>
              <p:cNvSpPr/>
              <p:nvPr/>
            </p:nvSpPr>
            <p:spPr>
              <a:xfrm>
                <a:off x="1873220"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0" name="Google Shape;470;p13"/>
              <p:cNvSpPr/>
              <p:nvPr/>
            </p:nvSpPr>
            <p:spPr>
              <a:xfrm>
                <a:off x="2222208"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1" name="Google Shape;471;p13"/>
              <p:cNvSpPr/>
              <p:nvPr/>
            </p:nvSpPr>
            <p:spPr>
              <a:xfrm>
                <a:off x="2566779" y="1568540"/>
                <a:ext cx="265055"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2" name="Google Shape;472;p13"/>
              <p:cNvSpPr/>
              <p:nvPr/>
            </p:nvSpPr>
            <p:spPr>
              <a:xfrm>
                <a:off x="2915769" y="1563681"/>
                <a:ext cx="260636"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3" name="Google Shape;473;p13"/>
              <p:cNvSpPr/>
              <p:nvPr/>
            </p:nvSpPr>
            <p:spPr>
              <a:xfrm>
                <a:off x="3264757" y="1568540"/>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4" name="Google Shape;474;p13"/>
              <p:cNvSpPr/>
              <p:nvPr/>
            </p:nvSpPr>
            <p:spPr>
              <a:xfrm>
                <a:off x="3609328"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5" name="Google Shape;475;p13"/>
              <p:cNvSpPr/>
              <p:nvPr/>
            </p:nvSpPr>
            <p:spPr>
              <a:xfrm>
                <a:off x="3958319"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6" name="Google Shape;476;p13"/>
              <p:cNvSpPr/>
              <p:nvPr/>
            </p:nvSpPr>
            <p:spPr>
              <a:xfrm>
                <a:off x="4307306"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7" name="Google Shape;477;p13"/>
              <p:cNvSpPr/>
              <p:nvPr/>
            </p:nvSpPr>
            <p:spPr>
              <a:xfrm>
                <a:off x="4656296"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8" name="Google Shape;478;p13"/>
              <p:cNvSpPr/>
              <p:nvPr/>
            </p:nvSpPr>
            <p:spPr>
              <a:xfrm>
                <a:off x="5005284"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9" name="Google Shape;479;p13"/>
              <p:cNvSpPr/>
              <p:nvPr/>
            </p:nvSpPr>
            <p:spPr>
              <a:xfrm>
                <a:off x="5349855" y="1568540"/>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0" name="Google Shape;480;p13"/>
              <p:cNvSpPr/>
              <p:nvPr/>
            </p:nvSpPr>
            <p:spPr>
              <a:xfrm>
                <a:off x="5698846" y="1563681"/>
                <a:ext cx="260636"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1" name="Google Shape;481;p13"/>
              <p:cNvSpPr/>
              <p:nvPr/>
            </p:nvSpPr>
            <p:spPr>
              <a:xfrm>
                <a:off x="6047833" y="1568540"/>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2" name="Google Shape;482;p13"/>
              <p:cNvSpPr/>
              <p:nvPr/>
            </p:nvSpPr>
            <p:spPr>
              <a:xfrm>
                <a:off x="6392405"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3" name="Google Shape;483;p13"/>
              <p:cNvSpPr/>
              <p:nvPr/>
            </p:nvSpPr>
            <p:spPr>
              <a:xfrm>
                <a:off x="6741395"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4" name="Google Shape;484;p13"/>
              <p:cNvSpPr/>
              <p:nvPr/>
            </p:nvSpPr>
            <p:spPr>
              <a:xfrm>
                <a:off x="7090383"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5" name="Google Shape;485;p13"/>
              <p:cNvSpPr/>
              <p:nvPr/>
            </p:nvSpPr>
            <p:spPr>
              <a:xfrm>
                <a:off x="7439373"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6" name="Google Shape;486;p13"/>
              <p:cNvSpPr/>
              <p:nvPr/>
            </p:nvSpPr>
            <p:spPr>
              <a:xfrm>
                <a:off x="7788360"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7" name="Google Shape;487;p13"/>
              <p:cNvSpPr/>
              <p:nvPr/>
            </p:nvSpPr>
            <p:spPr>
              <a:xfrm>
                <a:off x="8132932" y="1568540"/>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8" name="Google Shape;488;p13"/>
              <p:cNvSpPr/>
              <p:nvPr/>
            </p:nvSpPr>
            <p:spPr>
              <a:xfrm>
                <a:off x="8481922" y="1563681"/>
                <a:ext cx="260636"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sp>
          <p:nvSpPr>
            <p:cNvPr id="489" name="Google Shape;489;p13"/>
            <p:cNvSpPr txBox="1"/>
            <p:nvPr/>
          </p:nvSpPr>
          <p:spPr>
            <a:xfrm>
              <a:off x="2404430" y="5708871"/>
              <a:ext cx="2288333" cy="1164210"/>
            </a:xfrm>
            <a:prstGeom prst="rect">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003014" id="490" name="Google Shape;490;p13"/>
            <p:cNvPicPr preferRelativeResize="0"/>
            <p:nvPr/>
          </p:nvPicPr>
          <p:blipFill rotWithShape="1">
            <a:blip r:embed="rId55">
              <a:alphaModFix/>
            </a:blip>
            <a:srcRect b="0" l="0" r="0" t="0"/>
            <a:stretch/>
          </p:blipFill>
          <p:spPr>
            <a:xfrm>
              <a:off x="2489183" y="5942059"/>
              <a:ext cx="1017037" cy="729720"/>
            </a:xfrm>
            <a:prstGeom prst="rect">
              <a:avLst/>
            </a:prstGeom>
            <a:noFill/>
            <a:ln>
              <a:noFill/>
            </a:ln>
          </p:spPr>
        </p:pic>
        <p:pic>
          <p:nvPicPr>
            <p:cNvPr descr="003015" id="491" name="Google Shape;491;p13"/>
            <p:cNvPicPr preferRelativeResize="0"/>
            <p:nvPr/>
          </p:nvPicPr>
          <p:blipFill rotWithShape="1">
            <a:blip r:embed="rId56">
              <a:alphaModFix/>
            </a:blip>
            <a:srcRect b="0" l="0" r="0" t="0"/>
            <a:stretch/>
          </p:blipFill>
          <p:spPr>
            <a:xfrm>
              <a:off x="3590973" y="5942059"/>
              <a:ext cx="1017037" cy="729720"/>
            </a:xfrm>
            <a:prstGeom prst="rect">
              <a:avLst/>
            </a:prstGeom>
            <a:noFill/>
            <a:ln>
              <a:noFill/>
            </a:ln>
          </p:spPr>
        </p:pic>
        <p:sp>
          <p:nvSpPr>
            <p:cNvPr id="492" name="Google Shape;492;p13"/>
            <p:cNvSpPr txBox="1"/>
            <p:nvPr/>
          </p:nvSpPr>
          <p:spPr>
            <a:xfrm>
              <a:off x="2573936" y="5513139"/>
              <a:ext cx="1101790" cy="2506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Times"/>
                <a:buNone/>
              </a:pPr>
              <a:r>
                <a:rPr b="0" i="1" lang="en-US" sz="800" u="none">
                  <a:solidFill>
                    <a:schemeClr val="dk1"/>
                  </a:solidFill>
                  <a:latin typeface="Times"/>
                  <a:ea typeface="Times"/>
                  <a:cs typeface="Times"/>
                  <a:sym typeface="Times"/>
                </a:rPr>
                <a:t>Frame 3014</a:t>
              </a:r>
              <a:endParaRPr/>
            </a:p>
          </p:txBody>
        </p:sp>
        <p:sp>
          <p:nvSpPr>
            <p:cNvPr id="493" name="Google Shape;493;p13"/>
            <p:cNvSpPr txBox="1"/>
            <p:nvPr/>
          </p:nvSpPr>
          <p:spPr>
            <a:xfrm>
              <a:off x="3675726" y="5513139"/>
              <a:ext cx="1101790" cy="2506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Times"/>
                <a:buNone/>
              </a:pPr>
              <a:r>
                <a:rPr b="0" i="1" lang="en-US" sz="800" u="none">
                  <a:solidFill>
                    <a:schemeClr val="dk1"/>
                  </a:solidFill>
                  <a:latin typeface="Times"/>
                  <a:ea typeface="Times"/>
                  <a:cs typeface="Times"/>
                  <a:sym typeface="Times"/>
                </a:rPr>
                <a:t>Frame 3015</a:t>
              </a:r>
              <a:endParaRPr/>
            </a:p>
          </p:txBody>
        </p:sp>
        <p:sp>
          <p:nvSpPr>
            <p:cNvPr id="494" name="Google Shape;494;p13"/>
            <p:cNvSpPr txBox="1"/>
            <p:nvPr/>
          </p:nvSpPr>
          <p:spPr>
            <a:xfrm>
              <a:off x="4777516" y="5513139"/>
              <a:ext cx="1101790" cy="2506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Times"/>
                <a:buNone/>
              </a:pPr>
              <a:r>
                <a:rPr b="0" i="1" lang="en-US" sz="800" u="none">
                  <a:solidFill>
                    <a:schemeClr val="dk1"/>
                  </a:solidFill>
                  <a:latin typeface="Times"/>
                  <a:ea typeface="Times"/>
                  <a:cs typeface="Times"/>
                  <a:sym typeface="Times"/>
                </a:rPr>
                <a:t>Frame 3016</a:t>
              </a:r>
              <a:endParaRPr/>
            </a:p>
          </p:txBody>
        </p:sp>
        <p:sp>
          <p:nvSpPr>
            <p:cNvPr id="495" name="Google Shape;495;p13"/>
            <p:cNvSpPr txBox="1"/>
            <p:nvPr/>
          </p:nvSpPr>
          <p:spPr>
            <a:xfrm>
              <a:off x="3544032" y="5550049"/>
              <a:ext cx="2219227" cy="1320938"/>
            </a:xfrm>
            <a:prstGeom prst="rect">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003015" id="496" name="Google Shape;496;p13"/>
            <p:cNvPicPr preferRelativeResize="0"/>
            <p:nvPr/>
          </p:nvPicPr>
          <p:blipFill rotWithShape="1">
            <a:blip r:embed="rId56">
              <a:alphaModFix/>
            </a:blip>
            <a:srcRect b="0" l="0" r="0" t="0"/>
            <a:stretch/>
          </p:blipFill>
          <p:spPr>
            <a:xfrm>
              <a:off x="4724057" y="5936488"/>
              <a:ext cx="1017037" cy="729720"/>
            </a:xfrm>
            <a:prstGeom prst="rect">
              <a:avLst/>
            </a:prstGeom>
            <a:noFill/>
            <a:ln>
              <a:noFill/>
            </a:ln>
          </p:spPr>
        </p:pic>
        <p:sp>
          <p:nvSpPr>
            <p:cNvPr id="497" name="Google Shape;497;p13"/>
            <p:cNvSpPr/>
            <p:nvPr/>
          </p:nvSpPr>
          <p:spPr>
            <a:xfrm rot="5220000">
              <a:off x="2630785" y="7150863"/>
              <a:ext cx="201373" cy="228600"/>
            </a:xfrm>
            <a:prstGeom prst="chevron">
              <a:avLst>
                <a:gd fmla="val 10800"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98" name="Google Shape;498;p13"/>
            <p:cNvSpPr txBox="1"/>
            <p:nvPr/>
          </p:nvSpPr>
          <p:spPr>
            <a:xfrm>
              <a:off x="2117928" y="7492746"/>
              <a:ext cx="1323171" cy="430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Remove </a:t>
              </a:r>
              <a:endParaRPr/>
            </a:p>
            <a:p>
              <a:pPr indent="0" lvl="0" marL="0" marR="0" rtl="0" algn="ctr">
                <a:lnSpc>
                  <a:spcPct val="100000"/>
                </a:lnSpc>
                <a:spcBef>
                  <a:spcPts val="35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flash-frames</a:t>
              </a:r>
              <a:endParaRPr/>
            </a:p>
          </p:txBody>
        </p:sp>
        <p:sp>
          <p:nvSpPr>
            <p:cNvPr id="499" name="Google Shape;499;p13"/>
            <p:cNvSpPr/>
            <p:nvPr/>
          </p:nvSpPr>
          <p:spPr>
            <a:xfrm>
              <a:off x="3946728" y="7406481"/>
              <a:ext cx="1009650" cy="609600"/>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500" name="Google Shape;500;p13"/>
            <p:cNvSpPr txBox="1"/>
            <p:nvPr/>
          </p:nvSpPr>
          <p:spPr>
            <a:xfrm>
              <a:off x="3795034" y="7492746"/>
              <a:ext cx="1323171" cy="430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Group faces</a:t>
              </a:r>
              <a:endParaRPr/>
            </a:p>
            <a:p>
              <a:pPr indent="0" lvl="0" marL="0" marR="0" rtl="0" algn="ctr">
                <a:lnSpc>
                  <a:spcPct val="100000"/>
                </a:lnSpc>
                <a:spcBef>
                  <a:spcPts val="35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into face-tracks</a:t>
              </a:r>
              <a:endParaRPr/>
            </a:p>
          </p:txBody>
        </p:sp>
        <p:sp>
          <p:nvSpPr>
            <p:cNvPr id="501" name="Google Shape;501;p13"/>
            <p:cNvSpPr/>
            <p:nvPr/>
          </p:nvSpPr>
          <p:spPr>
            <a:xfrm>
              <a:off x="4919274" y="7406481"/>
              <a:ext cx="932454" cy="609600"/>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502" name="Google Shape;502;p13"/>
            <p:cNvSpPr txBox="1"/>
            <p:nvPr/>
          </p:nvSpPr>
          <p:spPr>
            <a:xfrm>
              <a:off x="4708004" y="7501720"/>
              <a:ext cx="1323172" cy="430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Re-generate</a:t>
              </a:r>
              <a:endParaRPr/>
            </a:p>
            <a:p>
              <a:pPr indent="0" lvl="0" marL="0" marR="0" rtl="0" algn="ctr">
                <a:lnSpc>
                  <a:spcPct val="100000"/>
                </a:lnSpc>
                <a:spcBef>
                  <a:spcPts val="35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lost  points</a:t>
              </a:r>
              <a:endParaRPr/>
            </a:p>
          </p:txBody>
        </p:sp>
        <p:sp>
          <p:nvSpPr>
            <p:cNvPr id="503" name="Google Shape;503;p13"/>
            <p:cNvSpPr/>
            <p:nvPr/>
          </p:nvSpPr>
          <p:spPr>
            <a:xfrm>
              <a:off x="3147625" y="7406481"/>
              <a:ext cx="838200" cy="609600"/>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504" name="Google Shape;504;p13"/>
            <p:cNvSpPr txBox="1"/>
            <p:nvPr/>
          </p:nvSpPr>
          <p:spPr>
            <a:xfrm>
              <a:off x="2900214" y="7481977"/>
              <a:ext cx="1323172" cy="430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Track</a:t>
              </a:r>
              <a:endParaRPr/>
            </a:p>
            <a:p>
              <a:pPr indent="0" lvl="0" marL="0" marR="0" rtl="0" algn="ctr">
                <a:lnSpc>
                  <a:spcPct val="100000"/>
                </a:lnSpc>
                <a:spcBef>
                  <a:spcPts val="35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points</a:t>
              </a:r>
              <a:endParaRPr/>
            </a:p>
          </p:txBody>
        </p:sp>
        <p:sp>
          <p:nvSpPr>
            <p:cNvPr id="505" name="Google Shape;505;p13"/>
            <p:cNvSpPr/>
            <p:nvPr/>
          </p:nvSpPr>
          <p:spPr>
            <a:xfrm rot="5220000">
              <a:off x="2630786" y="6998463"/>
              <a:ext cx="201373" cy="228600"/>
            </a:xfrm>
            <a:prstGeom prst="chevron">
              <a:avLst>
                <a:gd fmla="val 10800"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506" name="Google Shape;506;p13"/>
            <p:cNvSpPr txBox="1"/>
            <p:nvPr/>
          </p:nvSpPr>
          <p:spPr>
            <a:xfrm>
              <a:off x="2955131" y="7054056"/>
              <a:ext cx="533399" cy="2261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700"/>
                <a:buFont typeface="Tahoma"/>
                <a:buNone/>
              </a:pPr>
              <a:r>
                <a:rPr b="1" i="0" lang="en-US" sz="700" u="sng">
                  <a:solidFill>
                    <a:srgbClr val="0B4993"/>
                  </a:solidFill>
                  <a:latin typeface="Tahoma"/>
                  <a:ea typeface="Tahoma"/>
                  <a:cs typeface="Tahoma"/>
                  <a:sym typeface="Tahoma"/>
                </a:rPr>
                <a:t>Input:</a:t>
              </a:r>
              <a:endParaRPr/>
            </a:p>
          </p:txBody>
        </p:sp>
        <p:sp>
          <p:nvSpPr>
            <p:cNvPr id="507" name="Google Shape;507;p13"/>
            <p:cNvSpPr txBox="1"/>
            <p:nvPr/>
          </p:nvSpPr>
          <p:spPr>
            <a:xfrm>
              <a:off x="3364706" y="6949281"/>
              <a:ext cx="1600200" cy="2261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700"/>
                <a:buFont typeface="Tahoma"/>
                <a:buNone/>
              </a:pPr>
              <a:r>
                <a:rPr b="0" i="0" lang="en-US" sz="700" u="none">
                  <a:solidFill>
                    <a:srgbClr val="0B4993"/>
                  </a:solidFill>
                  <a:latin typeface="Tahoma"/>
                  <a:ea typeface="Tahoma"/>
                  <a:cs typeface="Tahoma"/>
                  <a:sym typeface="Tahoma"/>
                </a:rPr>
                <a:t>- Pair of consecutive frames.</a:t>
              </a:r>
              <a:endParaRPr/>
            </a:p>
          </p:txBody>
        </p:sp>
        <p:sp>
          <p:nvSpPr>
            <p:cNvPr id="508" name="Google Shape;508;p13"/>
            <p:cNvSpPr txBox="1"/>
            <p:nvPr/>
          </p:nvSpPr>
          <p:spPr>
            <a:xfrm>
              <a:off x="3364706" y="7067213"/>
              <a:ext cx="1600200" cy="2261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700"/>
                <a:buFont typeface="Tahoma"/>
                <a:buNone/>
              </a:pPr>
              <a:r>
                <a:rPr b="0" i="0" lang="en-US" sz="700" u="none">
                  <a:solidFill>
                    <a:srgbClr val="0B4993"/>
                  </a:solidFill>
                  <a:latin typeface="Tahoma"/>
                  <a:ea typeface="Tahoma"/>
                  <a:cs typeface="Tahoma"/>
                  <a:sym typeface="Tahoma"/>
                </a:rPr>
                <a:t>- Face detection.</a:t>
              </a:r>
              <a:endParaRPr/>
            </a:p>
          </p:txBody>
        </p:sp>
        <p:sp>
          <p:nvSpPr>
            <p:cNvPr id="509" name="Google Shape;509;p13"/>
            <p:cNvSpPr txBox="1"/>
            <p:nvPr/>
          </p:nvSpPr>
          <p:spPr>
            <a:xfrm>
              <a:off x="3364706" y="7191037"/>
              <a:ext cx="1600200" cy="2261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700"/>
                <a:buFont typeface="Tahoma"/>
                <a:buNone/>
              </a:pPr>
              <a:r>
                <a:rPr b="0" i="0" lang="en-US" sz="700" u="none">
                  <a:solidFill>
                    <a:srgbClr val="0B4993"/>
                  </a:solidFill>
                  <a:latin typeface="Tahoma"/>
                  <a:ea typeface="Tahoma"/>
                  <a:cs typeface="Tahoma"/>
                  <a:sym typeface="Tahoma"/>
                </a:rPr>
                <a:t>- List of key points.</a:t>
              </a:r>
              <a:endParaRPr/>
            </a:p>
          </p:txBody>
        </p:sp>
        <p:pic>
          <p:nvPicPr>
            <p:cNvPr id="510" name="Google Shape;510;p13"/>
            <p:cNvPicPr preferRelativeResize="0"/>
            <p:nvPr/>
          </p:nvPicPr>
          <p:blipFill rotWithShape="1">
            <a:blip r:embed="rId57">
              <a:alphaModFix/>
            </a:blip>
            <a:srcRect b="0" l="0" r="0" t="0"/>
            <a:stretch/>
          </p:blipFill>
          <p:spPr>
            <a:xfrm>
              <a:off x="3049629" y="7605887"/>
              <a:ext cx="216064" cy="172296"/>
            </a:xfrm>
            <a:prstGeom prst="rect">
              <a:avLst/>
            </a:prstGeom>
            <a:noFill/>
            <a:ln>
              <a:noFill/>
            </a:ln>
          </p:spPr>
        </p:pic>
        <p:pic>
          <p:nvPicPr>
            <p:cNvPr id="511" name="Google Shape;511;p13"/>
            <p:cNvPicPr preferRelativeResize="0"/>
            <p:nvPr/>
          </p:nvPicPr>
          <p:blipFill rotWithShape="1">
            <a:blip r:embed="rId58">
              <a:alphaModFix/>
            </a:blip>
            <a:srcRect b="0" l="0" r="0" t="0"/>
            <a:stretch/>
          </p:blipFill>
          <p:spPr>
            <a:xfrm>
              <a:off x="3865095" y="7605887"/>
              <a:ext cx="209094" cy="172296"/>
            </a:xfrm>
            <a:prstGeom prst="rect">
              <a:avLst/>
            </a:prstGeom>
            <a:noFill/>
            <a:ln>
              <a:noFill/>
            </a:ln>
          </p:spPr>
        </p:pic>
        <p:pic>
          <p:nvPicPr>
            <p:cNvPr id="512" name="Google Shape;512;p13"/>
            <p:cNvPicPr preferRelativeResize="0"/>
            <p:nvPr/>
          </p:nvPicPr>
          <p:blipFill rotWithShape="1">
            <a:blip r:embed="rId57">
              <a:alphaModFix/>
            </a:blip>
            <a:srcRect b="0" l="0" r="0" t="0"/>
            <a:stretch/>
          </p:blipFill>
          <p:spPr>
            <a:xfrm>
              <a:off x="4840866" y="7605887"/>
              <a:ext cx="216064" cy="172296"/>
            </a:xfrm>
            <a:prstGeom prst="rect">
              <a:avLst/>
            </a:prstGeom>
            <a:noFill/>
            <a:ln>
              <a:noFill/>
            </a:ln>
          </p:spPr>
        </p:pic>
        <p:sp>
          <p:nvSpPr>
            <p:cNvPr id="513" name="Google Shape;513;p13"/>
            <p:cNvSpPr/>
            <p:nvPr/>
          </p:nvSpPr>
          <p:spPr>
            <a:xfrm rot="-5400000">
              <a:off x="5269706" y="7025481"/>
              <a:ext cx="228600" cy="228600"/>
            </a:xfrm>
            <a:prstGeom prst="chevron">
              <a:avLst>
                <a:gd fmla="val 10800" name="adj"/>
              </a:avLst>
            </a:prstGeom>
            <a:solidFill>
              <a:schemeClr val="lt1"/>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514" name="Google Shape;514;p13"/>
            <p:cNvSpPr txBox="1"/>
            <p:nvPr/>
          </p:nvSpPr>
          <p:spPr>
            <a:xfrm>
              <a:off x="4612481" y="7215981"/>
              <a:ext cx="1600200" cy="2154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800"/>
                <a:buFont typeface="Tahoma"/>
                <a:buNone/>
              </a:pPr>
              <a:r>
                <a:rPr b="0" i="0" lang="en-US" sz="800" u="none">
                  <a:solidFill>
                    <a:srgbClr val="FF0000"/>
                  </a:solidFill>
                  <a:latin typeface="Tahoma"/>
                  <a:ea typeface="Tahoma"/>
                  <a:cs typeface="Tahoma"/>
                  <a:sym typeface="Tahoma"/>
                </a:rPr>
                <a:t>UPDATE</a:t>
              </a:r>
              <a:endParaRPr/>
            </a:p>
          </p:txBody>
        </p:sp>
        <p:sp>
          <p:nvSpPr>
            <p:cNvPr id="515" name="Google Shape;515;p13"/>
            <p:cNvSpPr/>
            <p:nvPr/>
          </p:nvSpPr>
          <p:spPr>
            <a:xfrm>
              <a:off x="3440906" y="8406605"/>
              <a:ext cx="533400" cy="504826"/>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003020" id="516" name="Google Shape;516;p13"/>
            <p:cNvPicPr preferRelativeResize="0"/>
            <p:nvPr/>
          </p:nvPicPr>
          <p:blipFill rotWithShape="1">
            <a:blip r:embed="rId59">
              <a:alphaModFix/>
            </a:blip>
            <a:srcRect b="0" l="0" r="0" t="0"/>
            <a:stretch/>
          </p:blipFill>
          <p:spPr>
            <a:xfrm>
              <a:off x="3517106" y="8473280"/>
              <a:ext cx="381000" cy="381000"/>
            </a:xfrm>
            <a:prstGeom prst="rect">
              <a:avLst/>
            </a:prstGeom>
            <a:noFill/>
            <a:ln>
              <a:noFill/>
            </a:ln>
          </p:spPr>
        </p:pic>
        <p:pic>
          <p:nvPicPr>
            <p:cNvPr descr="003014" id="517" name="Google Shape;517;p13"/>
            <p:cNvPicPr preferRelativeResize="0"/>
            <p:nvPr/>
          </p:nvPicPr>
          <p:blipFill rotWithShape="1">
            <a:blip r:embed="rId60">
              <a:alphaModFix/>
            </a:blip>
            <a:srcRect b="0" l="0" r="0" t="0"/>
            <a:stretch/>
          </p:blipFill>
          <p:spPr>
            <a:xfrm>
              <a:off x="4126706" y="8473280"/>
              <a:ext cx="381000" cy="381000"/>
            </a:xfrm>
            <a:prstGeom prst="rect">
              <a:avLst/>
            </a:prstGeom>
            <a:noFill/>
            <a:ln>
              <a:noFill/>
            </a:ln>
          </p:spPr>
        </p:pic>
        <p:pic>
          <p:nvPicPr>
            <p:cNvPr descr="003015" id="518" name="Google Shape;518;p13"/>
            <p:cNvPicPr preferRelativeResize="0"/>
            <p:nvPr/>
          </p:nvPicPr>
          <p:blipFill rotWithShape="1">
            <a:blip r:embed="rId61">
              <a:alphaModFix/>
            </a:blip>
            <a:srcRect b="0" l="0" r="0" t="0"/>
            <a:stretch/>
          </p:blipFill>
          <p:spPr>
            <a:xfrm>
              <a:off x="4736306" y="8473280"/>
              <a:ext cx="381000" cy="381000"/>
            </a:xfrm>
            <a:prstGeom prst="rect">
              <a:avLst/>
            </a:prstGeom>
            <a:noFill/>
            <a:ln>
              <a:noFill/>
            </a:ln>
          </p:spPr>
        </p:pic>
        <p:sp>
          <p:nvSpPr>
            <p:cNvPr id="519" name="Google Shape;519;p13"/>
            <p:cNvSpPr txBox="1"/>
            <p:nvPr/>
          </p:nvSpPr>
          <p:spPr>
            <a:xfrm>
              <a:off x="2907506" y="8425656"/>
              <a:ext cx="53340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Face </a:t>
              </a:r>
              <a:endParaRPr/>
            </a:p>
            <a:p>
              <a:pPr indent="0" lvl="0" marL="0" marR="0" rtl="0" algn="ctr">
                <a:lnSpc>
                  <a:spcPct val="100000"/>
                </a:lnSpc>
                <a:spcBef>
                  <a:spcPts val="40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Track </a:t>
              </a:r>
              <a:endParaRPr/>
            </a:p>
          </p:txBody>
        </p:sp>
        <p:sp>
          <p:nvSpPr>
            <p:cNvPr id="520" name="Google Shape;520;p13"/>
            <p:cNvSpPr/>
            <p:nvPr/>
          </p:nvSpPr>
          <p:spPr>
            <a:xfrm rot="5220000">
              <a:off x="4373861" y="8117650"/>
              <a:ext cx="201373" cy="228600"/>
            </a:xfrm>
            <a:prstGeom prst="chevron">
              <a:avLst>
                <a:gd fmla="val 10800"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521" name="Google Shape;521;p13"/>
            <p:cNvSpPr/>
            <p:nvPr/>
          </p:nvSpPr>
          <p:spPr>
            <a:xfrm rot="5220000">
              <a:off x="4373862" y="7979538"/>
              <a:ext cx="201373" cy="228600"/>
            </a:xfrm>
            <a:prstGeom prst="chevron">
              <a:avLst>
                <a:gd fmla="val 10800"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522" name="Google Shape;522;p13"/>
            <p:cNvSpPr/>
            <p:nvPr/>
          </p:nvSpPr>
          <p:spPr>
            <a:xfrm>
              <a:off x="3402806" y="8358980"/>
              <a:ext cx="1143000" cy="600075"/>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523" name="Google Shape;523;p13"/>
            <p:cNvSpPr/>
            <p:nvPr/>
          </p:nvSpPr>
          <p:spPr>
            <a:xfrm>
              <a:off x="4050506" y="8358981"/>
              <a:ext cx="1143000" cy="600075"/>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sp>
        <p:nvSpPr>
          <p:cNvPr id="524" name="Google Shape;524;p13"/>
          <p:cNvSpPr txBox="1"/>
          <p:nvPr/>
        </p:nvSpPr>
        <p:spPr>
          <a:xfrm>
            <a:off x="4113212" y="13744575"/>
            <a:ext cx="2908300" cy="2143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Figure 4</a:t>
            </a:r>
            <a:r>
              <a:rPr b="0" i="0" lang="en-US" sz="800" u="none">
                <a:solidFill>
                  <a:srgbClr val="0B4993"/>
                </a:solidFill>
                <a:latin typeface="Tahoma"/>
                <a:ea typeface="Tahoma"/>
                <a:cs typeface="Tahoma"/>
                <a:sym typeface="Tahoma"/>
              </a:rPr>
              <a:t>. Apply Min-Min method for face-track matching.</a:t>
            </a:r>
            <a:endParaRPr/>
          </a:p>
        </p:txBody>
      </p:sp>
      <p:sp>
        <p:nvSpPr>
          <p:cNvPr id="525" name="Google Shape;525;p13"/>
          <p:cNvSpPr txBox="1"/>
          <p:nvPr/>
        </p:nvSpPr>
        <p:spPr>
          <a:xfrm>
            <a:off x="7173912" y="11915775"/>
            <a:ext cx="2909887" cy="2143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Figure 2</a:t>
            </a:r>
            <a:r>
              <a:rPr b="0" i="0" lang="en-US" sz="800" u="none">
                <a:solidFill>
                  <a:srgbClr val="0B4993"/>
                </a:solidFill>
                <a:latin typeface="Tahoma"/>
                <a:ea typeface="Tahoma"/>
                <a:cs typeface="Tahoma"/>
                <a:sym typeface="Tahoma"/>
              </a:rPr>
              <a:t>. Process-flow of face tracker.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新しいプレゼンテーション">
  <a:themeElements>
    <a:clrScheme name="新しいプレゼンテーショ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